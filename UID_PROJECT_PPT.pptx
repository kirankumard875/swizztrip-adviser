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7" r:id="rId1"/>
  </p:sldMasterIdLst>
  <p:notesMasterIdLst>
    <p:notesMasterId r:id="rId12"/>
  </p:notesMasterIdLst>
  <p:sldIdLst>
    <p:sldId id="302" r:id="rId2"/>
    <p:sldId id="306" r:id="rId3"/>
    <p:sldId id="278" r:id="rId4"/>
    <p:sldId id="309" r:id="rId5"/>
    <p:sldId id="300" r:id="rId6"/>
    <p:sldId id="261" r:id="rId7"/>
    <p:sldId id="324" r:id="rId8"/>
    <p:sldId id="279" r:id="rId9"/>
    <p:sldId id="325" r:id="rId10"/>
    <p:sldId id="268" r:id="rId11"/>
  </p:sldIdLst>
  <p:sldSz cx="9144000" cy="5143500" type="screen16x9"/>
  <p:notesSz cx="6858000" cy="9144000"/>
  <p:embeddedFontLst>
    <p:embeddedFont>
      <p:font typeface="Algerian" panose="04020705040A02060702" pitchFamily="82" charset="0"/>
      <p:regular r:id="rId13"/>
    </p:embeddedFont>
    <p:embeddedFont>
      <p:font typeface="Fira Sans Extra Condensed Medium" panose="020B0604020202020204" charset="0"/>
      <p:regular r:id="rId14"/>
      <p:bold r:id="rId15"/>
      <p:italic r:id="rId16"/>
      <p:boldItalic r:id="rId17"/>
    </p:embeddedFont>
    <p:embeddedFont>
      <p:font typeface="Roboto Condensed Light" panose="02000000000000000000" pitchFamily="2" charset="0"/>
      <p:regular r:id="rId18"/>
      <p:bold r:id="rId19"/>
      <p:italic r:id="rId20"/>
      <p:boldItalic r:id="rId21"/>
    </p:embeddedFont>
    <p:embeddedFont>
      <p:font typeface="Squada One" panose="020B0604020202020204" charset="0"/>
      <p:regular r:id="rId22"/>
    </p:embeddedFont>
    <p:embeddedFont>
      <p:font typeface="STXinwei" panose="02010800040101010101" pitchFamily="2" charset="-122"/>
      <p:regular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CEA1C2-1BAD-44C3-854A-CCB428287ED1}" v="554" dt="2023-12-22T17:17:29.776"/>
  </p1510:revLst>
</p1510:revInfo>
</file>

<file path=ppt/tableStyles.xml><?xml version="1.0" encoding="utf-8"?>
<a:tblStyleLst xmlns:a="http://schemas.openxmlformats.org/drawingml/2006/main" def="{863195C4-5EC5-46D8-83B8-597DB62CDD6F}">
  <a:tblStyle styleId="{863195C4-5EC5-46D8-83B8-597DB62CDD6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706" autoAdjust="0"/>
  </p:normalViewPr>
  <p:slideViewPr>
    <p:cSldViewPr snapToGrid="0">
      <p:cViewPr varScale="1">
        <p:scale>
          <a:sx n="123" d="100"/>
          <a:sy n="123" d="100"/>
        </p:scale>
        <p:origin x="298"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userId="3042ffa7b2ecd34f" providerId="LiveId" clId="{AFCEA1C2-1BAD-44C3-854A-CCB428287ED1}"/>
    <pc:docChg chg="undo custSel addSld delSld modSld sldOrd delMainMaster">
      <pc:chgData name="kiran kumar" userId="3042ffa7b2ecd34f" providerId="LiveId" clId="{AFCEA1C2-1BAD-44C3-854A-CCB428287ED1}" dt="2023-12-22T17:17:29.775" v="5673" actId="1076"/>
      <pc:docMkLst>
        <pc:docMk/>
      </pc:docMkLst>
      <pc:sldChg chg="addSp delSp modSp mod modTransition delAnim">
        <pc:chgData name="kiran kumar" userId="3042ffa7b2ecd34f" providerId="LiveId" clId="{AFCEA1C2-1BAD-44C3-854A-CCB428287ED1}" dt="2023-12-21T10:31:11.796" v="3954"/>
        <pc:sldMkLst>
          <pc:docMk/>
          <pc:sldMk cId="0" sldId="256"/>
        </pc:sldMkLst>
        <pc:spChg chg="add del mod">
          <ac:chgData name="kiran kumar" userId="3042ffa7b2ecd34f" providerId="LiveId" clId="{AFCEA1C2-1BAD-44C3-854A-CCB428287ED1}" dt="2023-12-21T09:42:50.807" v="3899" actId="478"/>
          <ac:spMkLst>
            <pc:docMk/>
            <pc:sldMk cId="0" sldId="256"/>
            <ac:spMk id="3" creationId="{FD43A3FB-4516-710E-C277-A804C3A6F3BE}"/>
          </ac:spMkLst>
        </pc:spChg>
        <pc:spChg chg="add del mod">
          <ac:chgData name="kiran kumar" userId="3042ffa7b2ecd34f" providerId="LiveId" clId="{AFCEA1C2-1BAD-44C3-854A-CCB428287ED1}" dt="2023-12-21T09:42:55.445" v="3901" actId="478"/>
          <ac:spMkLst>
            <pc:docMk/>
            <pc:sldMk cId="0" sldId="256"/>
            <ac:spMk id="5" creationId="{E6CD19DA-9E79-6844-C030-36B86FA113C1}"/>
          </ac:spMkLst>
        </pc:spChg>
        <pc:spChg chg="add del mod">
          <ac:chgData name="kiran kumar" userId="3042ffa7b2ecd34f" providerId="LiveId" clId="{AFCEA1C2-1BAD-44C3-854A-CCB428287ED1}" dt="2023-12-21T10:30:12.068" v="3944"/>
          <ac:spMkLst>
            <pc:docMk/>
            <pc:sldMk cId="0" sldId="256"/>
            <ac:spMk id="10" creationId="{4320C027-DC68-0158-6FF6-01082E4A15A6}"/>
          </ac:spMkLst>
        </pc:spChg>
        <pc:spChg chg="add mod">
          <ac:chgData name="kiran kumar" userId="3042ffa7b2ecd34f" providerId="LiveId" clId="{AFCEA1C2-1BAD-44C3-854A-CCB428287ED1}" dt="2023-12-21T10:30:56.673" v="3950" actId="207"/>
          <ac:spMkLst>
            <pc:docMk/>
            <pc:sldMk cId="0" sldId="256"/>
            <ac:spMk id="11" creationId="{11A8F427-7442-4435-13F3-6D8107CC4E97}"/>
          </ac:spMkLst>
        </pc:spChg>
        <pc:spChg chg="del">
          <ac:chgData name="kiran kumar" userId="3042ffa7b2ecd34f" providerId="LiveId" clId="{AFCEA1C2-1BAD-44C3-854A-CCB428287ED1}" dt="2023-12-21T09:42:47.714" v="3898" actId="478"/>
          <ac:spMkLst>
            <pc:docMk/>
            <pc:sldMk cId="0" sldId="256"/>
            <ac:spMk id="765" creationId="{00000000-0000-0000-0000-000000000000}"/>
          </ac:spMkLst>
        </pc:spChg>
        <pc:spChg chg="del">
          <ac:chgData name="kiran kumar" userId="3042ffa7b2ecd34f" providerId="LiveId" clId="{AFCEA1C2-1BAD-44C3-854A-CCB428287ED1}" dt="2023-12-21T09:42:53.377" v="3900" actId="478"/>
          <ac:spMkLst>
            <pc:docMk/>
            <pc:sldMk cId="0" sldId="256"/>
            <ac:spMk id="766" creationId="{00000000-0000-0000-0000-000000000000}"/>
          </ac:spMkLst>
        </pc:spChg>
        <pc:picChg chg="add mod">
          <ac:chgData name="kiran kumar" userId="3042ffa7b2ecd34f" providerId="LiveId" clId="{AFCEA1C2-1BAD-44C3-854A-CCB428287ED1}" dt="2023-12-21T10:29:52.298" v="3921" actId="1076"/>
          <ac:picMkLst>
            <pc:docMk/>
            <pc:sldMk cId="0" sldId="256"/>
            <ac:picMk id="7" creationId="{329C8ADB-D2F2-4DAF-681C-CA134438C84E}"/>
          </ac:picMkLst>
        </pc:picChg>
        <pc:picChg chg="add mod">
          <ac:chgData name="kiran kumar" userId="3042ffa7b2ecd34f" providerId="LiveId" clId="{AFCEA1C2-1BAD-44C3-854A-CCB428287ED1}" dt="2023-12-21T10:29:50.135" v="3920" actId="1076"/>
          <ac:picMkLst>
            <pc:docMk/>
            <pc:sldMk cId="0" sldId="256"/>
            <ac:picMk id="9" creationId="{F0A37FA3-DDE5-FD2B-2F37-27C016B19003}"/>
          </ac:picMkLst>
        </pc:picChg>
      </pc:sldChg>
      <pc:sldChg chg="addSp delSp modSp mod ord modTransition delAnim modAnim modNotes">
        <pc:chgData name="kiran kumar" userId="3042ffa7b2ecd34f" providerId="LiveId" clId="{AFCEA1C2-1BAD-44C3-854A-CCB428287ED1}" dt="2023-12-22T16:17:29.689" v="5622" actId="207"/>
        <pc:sldMkLst>
          <pc:docMk/>
          <pc:sldMk cId="0" sldId="257"/>
        </pc:sldMkLst>
        <pc:spChg chg="add del mod">
          <ac:chgData name="kiran kumar" userId="3042ffa7b2ecd34f" providerId="LiveId" clId="{AFCEA1C2-1BAD-44C3-854A-CCB428287ED1}" dt="2023-12-20T04:43:05.914" v="1281" actId="21"/>
          <ac:spMkLst>
            <pc:docMk/>
            <pc:sldMk cId="0" sldId="257"/>
            <ac:spMk id="3" creationId="{C111DE6F-7113-0213-527C-08AA1606EE13}"/>
          </ac:spMkLst>
        </pc:spChg>
        <pc:spChg chg="add del mod">
          <ac:chgData name="kiran kumar" userId="3042ffa7b2ecd34f" providerId="LiveId" clId="{AFCEA1C2-1BAD-44C3-854A-CCB428287ED1}" dt="2023-12-20T04:43:09.702" v="1283" actId="478"/>
          <ac:spMkLst>
            <pc:docMk/>
            <pc:sldMk cId="0" sldId="257"/>
            <ac:spMk id="5" creationId="{04DFB57D-F900-EC04-6999-3A8A655DA8BC}"/>
          </ac:spMkLst>
        </pc:spChg>
        <pc:spChg chg="add mod">
          <ac:chgData name="kiran kumar" userId="3042ffa7b2ecd34f" providerId="LiveId" clId="{AFCEA1C2-1BAD-44C3-854A-CCB428287ED1}" dt="2023-12-21T13:29:37.929" v="4059" actId="1076"/>
          <ac:spMkLst>
            <pc:docMk/>
            <pc:sldMk cId="0" sldId="257"/>
            <ac:spMk id="5" creationId="{E7C152F2-2EB2-B97E-EB78-E4678A356DE7}"/>
          </ac:spMkLst>
        </pc:spChg>
        <pc:spChg chg="add mod">
          <ac:chgData name="kiran kumar" userId="3042ffa7b2ecd34f" providerId="LiveId" clId="{AFCEA1C2-1BAD-44C3-854A-CCB428287ED1}" dt="2023-12-22T16:17:08.562" v="5621" actId="20577"/>
          <ac:spMkLst>
            <pc:docMk/>
            <pc:sldMk cId="0" sldId="257"/>
            <ac:spMk id="6" creationId="{9889461E-F2D9-BCD5-54AE-A65A6046B331}"/>
          </ac:spMkLst>
        </pc:spChg>
        <pc:spChg chg="add mod">
          <ac:chgData name="kiran kumar" userId="3042ffa7b2ecd34f" providerId="LiveId" clId="{AFCEA1C2-1BAD-44C3-854A-CCB428287ED1}" dt="2023-12-22T16:17:29.689" v="5622" actId="207"/>
          <ac:spMkLst>
            <pc:docMk/>
            <pc:sldMk cId="0" sldId="257"/>
            <ac:spMk id="7" creationId="{BCF058FD-4645-C2F7-6283-A7024DC0DEA0}"/>
          </ac:spMkLst>
        </pc:spChg>
        <pc:spChg chg="add del mod">
          <ac:chgData name="kiran kumar" userId="3042ffa7b2ecd34f" providerId="LiveId" clId="{AFCEA1C2-1BAD-44C3-854A-CCB428287ED1}" dt="2023-12-20T17:18:47.499" v="3033" actId="21"/>
          <ac:spMkLst>
            <pc:docMk/>
            <pc:sldMk cId="0" sldId="257"/>
            <ac:spMk id="19" creationId="{50441C2B-A8E5-33D5-617C-14739C02836D}"/>
          </ac:spMkLst>
        </pc:spChg>
        <pc:spChg chg="add del">
          <ac:chgData name="kiran kumar" userId="3042ffa7b2ecd34f" providerId="LiveId" clId="{AFCEA1C2-1BAD-44C3-854A-CCB428287ED1}" dt="2023-12-20T17:19:08.130" v="3035" actId="21"/>
          <ac:spMkLst>
            <pc:docMk/>
            <pc:sldMk cId="0" sldId="257"/>
            <ac:spMk id="20" creationId="{61864CBA-E7B3-882B-DB75-1EC4347D8101}"/>
          </ac:spMkLst>
        </pc:spChg>
        <pc:spChg chg="add del mod">
          <ac:chgData name="kiran kumar" userId="3042ffa7b2ecd34f" providerId="LiveId" clId="{AFCEA1C2-1BAD-44C3-854A-CCB428287ED1}" dt="2023-12-20T17:19:26.123" v="3038" actId="21"/>
          <ac:spMkLst>
            <pc:docMk/>
            <pc:sldMk cId="0" sldId="257"/>
            <ac:spMk id="21" creationId="{55A9C86C-FA66-70C3-277D-2BC68131351B}"/>
          </ac:spMkLst>
        </pc:spChg>
        <pc:spChg chg="add del">
          <ac:chgData name="kiran kumar" userId="3042ffa7b2ecd34f" providerId="LiveId" clId="{AFCEA1C2-1BAD-44C3-854A-CCB428287ED1}" dt="2023-12-20T17:19:44.163" v="3040" actId="21"/>
          <ac:spMkLst>
            <pc:docMk/>
            <pc:sldMk cId="0" sldId="257"/>
            <ac:spMk id="22" creationId="{F6D16A97-E93E-5236-371C-4D6B40261FE1}"/>
          </ac:spMkLst>
        </pc:spChg>
        <pc:spChg chg="add del mod">
          <ac:chgData name="kiran kumar" userId="3042ffa7b2ecd34f" providerId="LiveId" clId="{AFCEA1C2-1BAD-44C3-854A-CCB428287ED1}" dt="2023-12-20T17:20:48.034" v="3047" actId="21"/>
          <ac:spMkLst>
            <pc:docMk/>
            <pc:sldMk cId="0" sldId="257"/>
            <ac:spMk id="23" creationId="{565FFE48-0B06-C67B-2984-874EC6957889}"/>
          </ac:spMkLst>
        </pc:spChg>
        <pc:spChg chg="add del">
          <ac:chgData name="kiran kumar" userId="3042ffa7b2ecd34f" providerId="LiveId" clId="{AFCEA1C2-1BAD-44C3-854A-CCB428287ED1}" dt="2023-12-20T17:21:01.212" v="3049" actId="21"/>
          <ac:spMkLst>
            <pc:docMk/>
            <pc:sldMk cId="0" sldId="257"/>
            <ac:spMk id="24" creationId="{26177CF4-633A-D16A-B20D-676D6993853F}"/>
          </ac:spMkLst>
        </pc:spChg>
        <pc:spChg chg="add mod">
          <ac:chgData name="kiran kumar" userId="3042ffa7b2ecd34f" providerId="LiveId" clId="{AFCEA1C2-1BAD-44C3-854A-CCB428287ED1}" dt="2023-12-20T17:59:46.632" v="3755" actId="1076"/>
          <ac:spMkLst>
            <pc:docMk/>
            <pc:sldMk cId="0" sldId="257"/>
            <ac:spMk id="25" creationId="{B0A0DF60-C31F-55B3-6A4C-7681A791860B}"/>
          </ac:spMkLst>
        </pc:spChg>
        <pc:spChg chg="add mod">
          <ac:chgData name="kiran kumar" userId="3042ffa7b2ecd34f" providerId="LiveId" clId="{AFCEA1C2-1BAD-44C3-854A-CCB428287ED1}" dt="2023-12-20T17:59:52.858" v="3756" actId="1076"/>
          <ac:spMkLst>
            <pc:docMk/>
            <pc:sldMk cId="0" sldId="257"/>
            <ac:spMk id="26" creationId="{9A6407F5-1C01-E1CA-110A-E9F305F60DB8}"/>
          </ac:spMkLst>
        </pc:spChg>
        <pc:spChg chg="add del">
          <ac:chgData name="kiran kumar" userId="3042ffa7b2ecd34f" providerId="LiveId" clId="{AFCEA1C2-1BAD-44C3-854A-CCB428287ED1}" dt="2023-12-20T17:23:47.712" v="3062" actId="22"/>
          <ac:spMkLst>
            <pc:docMk/>
            <pc:sldMk cId="0" sldId="257"/>
            <ac:spMk id="28" creationId="{203BF2D8-C6E8-5A7C-2531-C93A4E06B8F5}"/>
          </ac:spMkLst>
        </pc:spChg>
        <pc:spChg chg="add mod">
          <ac:chgData name="kiran kumar" userId="3042ffa7b2ecd34f" providerId="LiveId" clId="{AFCEA1C2-1BAD-44C3-854A-CCB428287ED1}" dt="2023-12-20T17:25:17.502" v="3074" actId="1076"/>
          <ac:spMkLst>
            <pc:docMk/>
            <pc:sldMk cId="0" sldId="257"/>
            <ac:spMk id="29" creationId="{C806D4F7-8A4F-47CC-9776-A946E9F625BF}"/>
          </ac:spMkLst>
        </pc:spChg>
        <pc:spChg chg="add mod">
          <ac:chgData name="kiran kumar" userId="3042ffa7b2ecd34f" providerId="LiveId" clId="{AFCEA1C2-1BAD-44C3-854A-CCB428287ED1}" dt="2023-12-22T16:14:35.414" v="5563" actId="1076"/>
          <ac:spMkLst>
            <pc:docMk/>
            <pc:sldMk cId="0" sldId="257"/>
            <ac:spMk id="30" creationId="{6FBEF762-EEF2-9E36-4D1C-0697FBFD5120}"/>
          </ac:spMkLst>
        </pc:spChg>
        <pc:spChg chg="add mod">
          <ac:chgData name="kiran kumar" userId="3042ffa7b2ecd34f" providerId="LiveId" clId="{AFCEA1C2-1BAD-44C3-854A-CCB428287ED1}" dt="2023-12-22T16:14:30.088" v="5562" actId="1076"/>
          <ac:spMkLst>
            <pc:docMk/>
            <pc:sldMk cId="0" sldId="257"/>
            <ac:spMk id="31" creationId="{542FE7E7-1C1D-EA0B-1320-05AC60E78F2A}"/>
          </ac:spMkLst>
        </pc:spChg>
        <pc:spChg chg="del">
          <ac:chgData name="kiran kumar" userId="3042ffa7b2ecd34f" providerId="LiveId" clId="{AFCEA1C2-1BAD-44C3-854A-CCB428287ED1}" dt="2023-12-20T04:43:03.223" v="1280" actId="478"/>
          <ac:spMkLst>
            <pc:docMk/>
            <pc:sldMk cId="0" sldId="257"/>
            <ac:spMk id="771" creationId="{00000000-0000-0000-0000-000000000000}"/>
          </ac:spMkLst>
        </pc:spChg>
        <pc:spChg chg="del">
          <ac:chgData name="kiran kumar" userId="3042ffa7b2ecd34f" providerId="LiveId" clId="{AFCEA1C2-1BAD-44C3-854A-CCB428287ED1}" dt="2023-12-20T04:43:08.429" v="1282" actId="478"/>
          <ac:spMkLst>
            <pc:docMk/>
            <pc:sldMk cId="0" sldId="257"/>
            <ac:spMk id="772" creationId="{00000000-0000-0000-0000-000000000000}"/>
          </ac:spMkLst>
        </pc:spChg>
        <pc:picChg chg="add del mod ord">
          <ac:chgData name="kiran kumar" userId="3042ffa7b2ecd34f" providerId="LiveId" clId="{AFCEA1C2-1BAD-44C3-854A-CCB428287ED1}" dt="2023-12-20T17:59:36.656" v="3753" actId="1076"/>
          <ac:picMkLst>
            <pc:docMk/>
            <pc:sldMk cId="0" sldId="257"/>
            <ac:picMk id="3" creationId="{FAA3A60D-5C33-ED33-7332-A7A69D949229}"/>
          </ac:picMkLst>
        </pc:picChg>
        <pc:picChg chg="add mod">
          <ac:chgData name="kiran kumar" userId="3042ffa7b2ecd34f" providerId="LiveId" clId="{AFCEA1C2-1BAD-44C3-854A-CCB428287ED1}" dt="2023-12-21T13:27:53.706" v="4044" actId="1076"/>
          <ac:picMkLst>
            <pc:docMk/>
            <pc:sldMk cId="0" sldId="257"/>
            <ac:picMk id="4" creationId="{B91E7325-57E7-A8BC-3897-ECA12317AB6F}"/>
          </ac:picMkLst>
        </pc:picChg>
        <pc:picChg chg="add del mod ord">
          <ac:chgData name="kiran kumar" userId="3042ffa7b2ecd34f" providerId="LiveId" clId="{AFCEA1C2-1BAD-44C3-854A-CCB428287ED1}" dt="2023-12-20T16:57:03.274" v="2748" actId="21"/>
          <ac:picMkLst>
            <pc:docMk/>
            <pc:sldMk cId="0" sldId="257"/>
            <ac:picMk id="8" creationId="{B3C5919D-298D-7601-17D0-DFB1E74E8AD0}"/>
          </ac:picMkLst>
        </pc:picChg>
        <pc:picChg chg="add del mod">
          <ac:chgData name="kiran kumar" userId="3042ffa7b2ecd34f" providerId="LiveId" clId="{AFCEA1C2-1BAD-44C3-854A-CCB428287ED1}" dt="2023-12-21T11:42:41.045" v="4003" actId="21"/>
          <ac:picMkLst>
            <pc:docMk/>
            <pc:sldMk cId="0" sldId="257"/>
            <ac:picMk id="33" creationId="{490BDA60-B2B5-369D-ECAB-15D502786AFC}"/>
          </ac:picMkLst>
        </pc:picChg>
        <pc:cxnChg chg="add del mod">
          <ac:chgData name="kiran kumar" userId="3042ffa7b2ecd34f" providerId="LiveId" clId="{AFCEA1C2-1BAD-44C3-854A-CCB428287ED1}" dt="2023-12-20T17:16:40.676" v="3018" actId="21"/>
          <ac:cxnSpMkLst>
            <pc:docMk/>
            <pc:sldMk cId="0" sldId="257"/>
            <ac:cxnSpMk id="5" creationId="{51BBA3FA-0FB9-A0BF-0362-EA07CFCD7337}"/>
          </ac:cxnSpMkLst>
        </pc:cxnChg>
        <pc:cxnChg chg="add del mod">
          <ac:chgData name="kiran kumar" userId="3042ffa7b2ecd34f" providerId="LiveId" clId="{AFCEA1C2-1BAD-44C3-854A-CCB428287ED1}" dt="2023-12-20T17:18:17.890" v="3030" actId="21"/>
          <ac:cxnSpMkLst>
            <pc:docMk/>
            <pc:sldMk cId="0" sldId="257"/>
            <ac:cxnSpMk id="10" creationId="{F3B99A20-1164-2952-9F89-3B3D50CE33C1}"/>
          </ac:cxnSpMkLst>
        </pc:cxnChg>
      </pc:sldChg>
      <pc:sldChg chg="addSp delSp modSp mod ord modTransition delAnim modAnim modNotes">
        <pc:chgData name="kiran kumar" userId="3042ffa7b2ecd34f" providerId="LiveId" clId="{AFCEA1C2-1BAD-44C3-854A-CCB428287ED1}" dt="2023-12-21T09:38:27.700" v="3894" actId="1036"/>
        <pc:sldMkLst>
          <pc:docMk/>
          <pc:sldMk cId="0" sldId="258"/>
        </pc:sldMkLst>
        <pc:spChg chg="add del mod">
          <ac:chgData name="kiran kumar" userId="3042ffa7b2ecd34f" providerId="LiveId" clId="{AFCEA1C2-1BAD-44C3-854A-CCB428287ED1}" dt="2023-12-19T16:33:23.712" v="60" actId="478"/>
          <ac:spMkLst>
            <pc:docMk/>
            <pc:sldMk cId="0" sldId="258"/>
            <ac:spMk id="3" creationId="{3393A19F-2BC5-862D-B5E3-3EB8EF2541D8}"/>
          </ac:spMkLst>
        </pc:spChg>
        <pc:spChg chg="add del mod">
          <ac:chgData name="kiran kumar" userId="3042ffa7b2ecd34f" providerId="LiveId" clId="{AFCEA1C2-1BAD-44C3-854A-CCB428287ED1}" dt="2023-12-19T16:33:30.780" v="62" actId="478"/>
          <ac:spMkLst>
            <pc:docMk/>
            <pc:sldMk cId="0" sldId="258"/>
            <ac:spMk id="5" creationId="{FBB37E5E-D671-D681-E955-019752D8334B}"/>
          </ac:spMkLst>
        </pc:spChg>
        <pc:spChg chg="add del mod">
          <ac:chgData name="kiran kumar" userId="3042ffa7b2ecd34f" providerId="LiveId" clId="{AFCEA1C2-1BAD-44C3-854A-CCB428287ED1}" dt="2023-12-19T16:33:37.782" v="64" actId="478"/>
          <ac:spMkLst>
            <pc:docMk/>
            <pc:sldMk cId="0" sldId="258"/>
            <ac:spMk id="7" creationId="{63CE184C-ADF7-A8EE-ADC6-B831D5E6D761}"/>
          </ac:spMkLst>
        </pc:spChg>
        <pc:spChg chg="add del mod">
          <ac:chgData name="kiran kumar" userId="3042ffa7b2ecd34f" providerId="LiveId" clId="{AFCEA1C2-1BAD-44C3-854A-CCB428287ED1}" dt="2023-12-19T16:33:42.592" v="66" actId="478"/>
          <ac:spMkLst>
            <pc:docMk/>
            <pc:sldMk cId="0" sldId="258"/>
            <ac:spMk id="9" creationId="{E2B43A18-5DB4-B75B-B960-BFDC4615A901}"/>
          </ac:spMkLst>
        </pc:spChg>
        <pc:spChg chg="add del mod">
          <ac:chgData name="kiran kumar" userId="3042ffa7b2ecd34f" providerId="LiveId" clId="{AFCEA1C2-1BAD-44C3-854A-CCB428287ED1}" dt="2023-12-19T16:33:47.723" v="68" actId="478"/>
          <ac:spMkLst>
            <pc:docMk/>
            <pc:sldMk cId="0" sldId="258"/>
            <ac:spMk id="11" creationId="{D84617EE-44AD-D4F0-6D84-F3D371434BA7}"/>
          </ac:spMkLst>
        </pc:spChg>
        <pc:spChg chg="add del mod">
          <ac:chgData name="kiran kumar" userId="3042ffa7b2ecd34f" providerId="LiveId" clId="{AFCEA1C2-1BAD-44C3-854A-CCB428287ED1}" dt="2023-12-19T16:33:53.597" v="70" actId="478"/>
          <ac:spMkLst>
            <pc:docMk/>
            <pc:sldMk cId="0" sldId="258"/>
            <ac:spMk id="13" creationId="{AEEE27BD-2C62-FFEB-8265-00FB68642EF5}"/>
          </ac:spMkLst>
        </pc:spChg>
        <pc:spChg chg="add del mod">
          <ac:chgData name="kiran kumar" userId="3042ffa7b2ecd34f" providerId="LiveId" clId="{AFCEA1C2-1BAD-44C3-854A-CCB428287ED1}" dt="2023-12-19T16:33:59.071" v="72" actId="478"/>
          <ac:spMkLst>
            <pc:docMk/>
            <pc:sldMk cId="0" sldId="258"/>
            <ac:spMk id="15" creationId="{E0A65246-B5D4-27BB-C91C-E158E1CD07DB}"/>
          </ac:spMkLst>
        </pc:spChg>
        <pc:spChg chg="add del mod">
          <ac:chgData name="kiran kumar" userId="3042ffa7b2ecd34f" providerId="LiveId" clId="{AFCEA1C2-1BAD-44C3-854A-CCB428287ED1}" dt="2023-12-19T16:34:04.723" v="74" actId="478"/>
          <ac:spMkLst>
            <pc:docMk/>
            <pc:sldMk cId="0" sldId="258"/>
            <ac:spMk id="17" creationId="{008053C2-7624-DC90-1164-18F8A0902FBE}"/>
          </ac:spMkLst>
        </pc:spChg>
        <pc:spChg chg="add del mod">
          <ac:chgData name="kiran kumar" userId="3042ffa7b2ecd34f" providerId="LiveId" clId="{AFCEA1C2-1BAD-44C3-854A-CCB428287ED1}" dt="2023-12-19T16:34:09.745" v="76" actId="478"/>
          <ac:spMkLst>
            <pc:docMk/>
            <pc:sldMk cId="0" sldId="258"/>
            <ac:spMk id="19" creationId="{7E74CB30-DD96-3CEB-C3EE-9D1B1A098851}"/>
          </ac:spMkLst>
        </pc:spChg>
        <pc:spChg chg="add del mod">
          <ac:chgData name="kiran kumar" userId="3042ffa7b2ecd34f" providerId="LiveId" clId="{AFCEA1C2-1BAD-44C3-854A-CCB428287ED1}" dt="2023-12-19T16:34:16.804" v="78" actId="478"/>
          <ac:spMkLst>
            <pc:docMk/>
            <pc:sldMk cId="0" sldId="258"/>
            <ac:spMk id="21" creationId="{C290EF8A-43DE-25FC-C68B-9BA390E9FD9F}"/>
          </ac:spMkLst>
        </pc:spChg>
        <pc:spChg chg="add del mod">
          <ac:chgData name="kiran kumar" userId="3042ffa7b2ecd34f" providerId="LiveId" clId="{AFCEA1C2-1BAD-44C3-854A-CCB428287ED1}" dt="2023-12-19T16:34:21.965" v="80" actId="478"/>
          <ac:spMkLst>
            <pc:docMk/>
            <pc:sldMk cId="0" sldId="258"/>
            <ac:spMk id="23" creationId="{14794CE5-8F0A-A9BB-D117-96F58CBF9ED4}"/>
          </ac:spMkLst>
        </pc:spChg>
        <pc:spChg chg="add del mod">
          <ac:chgData name="kiran kumar" userId="3042ffa7b2ecd34f" providerId="LiveId" clId="{AFCEA1C2-1BAD-44C3-854A-CCB428287ED1}" dt="2023-12-19T16:34:27.410" v="82" actId="478"/>
          <ac:spMkLst>
            <pc:docMk/>
            <pc:sldMk cId="0" sldId="258"/>
            <ac:spMk id="25" creationId="{39BE2192-A8CA-5CE3-D109-9119E6443DAE}"/>
          </ac:spMkLst>
        </pc:spChg>
        <pc:spChg chg="add del mod">
          <ac:chgData name="kiran kumar" userId="3042ffa7b2ecd34f" providerId="LiveId" clId="{AFCEA1C2-1BAD-44C3-854A-CCB428287ED1}" dt="2023-12-19T16:37:26.108" v="126"/>
          <ac:spMkLst>
            <pc:docMk/>
            <pc:sldMk cId="0" sldId="258"/>
            <ac:spMk id="31" creationId="{86DD9B0C-1CC3-BF72-1A90-9D22780C4EC0}"/>
          </ac:spMkLst>
        </pc:spChg>
        <pc:spChg chg="add mod">
          <ac:chgData name="kiran kumar" userId="3042ffa7b2ecd34f" providerId="LiveId" clId="{AFCEA1C2-1BAD-44C3-854A-CCB428287ED1}" dt="2023-12-21T09:36:50.122" v="3893" actId="20577"/>
          <ac:spMkLst>
            <pc:docMk/>
            <pc:sldMk cId="0" sldId="258"/>
            <ac:spMk id="32" creationId="{B94C6CDC-B185-622E-CC62-6CE4CBC3EFBD}"/>
          </ac:spMkLst>
        </pc:spChg>
        <pc:spChg chg="add mod">
          <ac:chgData name="kiran kumar" userId="3042ffa7b2ecd34f" providerId="LiveId" clId="{AFCEA1C2-1BAD-44C3-854A-CCB428287ED1}" dt="2023-12-19T17:56:01.050" v="935" actId="208"/>
          <ac:spMkLst>
            <pc:docMk/>
            <pc:sldMk cId="0" sldId="258"/>
            <ac:spMk id="33" creationId="{D412544F-F0EC-94F5-7A0B-3E848E49713C}"/>
          </ac:spMkLst>
        </pc:spChg>
        <pc:spChg chg="add mod">
          <ac:chgData name="kiran kumar" userId="3042ffa7b2ecd34f" providerId="LiveId" clId="{AFCEA1C2-1BAD-44C3-854A-CCB428287ED1}" dt="2023-12-19T17:55:55.018" v="934" actId="208"/>
          <ac:spMkLst>
            <pc:docMk/>
            <pc:sldMk cId="0" sldId="258"/>
            <ac:spMk id="34" creationId="{2DFAC558-1D8B-83AA-5EF7-CDB60CB12576}"/>
          </ac:spMkLst>
        </pc:spChg>
        <pc:spChg chg="add mod">
          <ac:chgData name="kiran kumar" userId="3042ffa7b2ecd34f" providerId="LiveId" clId="{AFCEA1C2-1BAD-44C3-854A-CCB428287ED1}" dt="2023-12-19T17:55:50.342" v="933" actId="208"/>
          <ac:spMkLst>
            <pc:docMk/>
            <pc:sldMk cId="0" sldId="258"/>
            <ac:spMk id="35" creationId="{077436EE-1D43-8249-6572-A74137D16C5A}"/>
          </ac:spMkLst>
        </pc:spChg>
        <pc:spChg chg="add mod">
          <ac:chgData name="kiran kumar" userId="3042ffa7b2ecd34f" providerId="LiveId" clId="{AFCEA1C2-1BAD-44C3-854A-CCB428287ED1}" dt="2023-12-19T17:55:35.991" v="932" actId="208"/>
          <ac:spMkLst>
            <pc:docMk/>
            <pc:sldMk cId="0" sldId="258"/>
            <ac:spMk id="36" creationId="{E5335A12-8CFC-7EAF-187E-B62C45DB7B12}"/>
          </ac:spMkLst>
        </pc:spChg>
        <pc:spChg chg="add mod">
          <ac:chgData name="kiran kumar" userId="3042ffa7b2ecd34f" providerId="LiveId" clId="{AFCEA1C2-1BAD-44C3-854A-CCB428287ED1}" dt="2023-12-19T17:55:29.049" v="931" actId="208"/>
          <ac:spMkLst>
            <pc:docMk/>
            <pc:sldMk cId="0" sldId="258"/>
            <ac:spMk id="37" creationId="{254606BF-CEA4-035B-1BA9-5CB2251174AC}"/>
          </ac:spMkLst>
        </pc:spChg>
        <pc:spChg chg="del">
          <ac:chgData name="kiran kumar" userId="3042ffa7b2ecd34f" providerId="LiveId" clId="{AFCEA1C2-1BAD-44C3-854A-CCB428287ED1}" dt="2023-12-19T16:34:12.400" v="77" actId="478"/>
          <ac:spMkLst>
            <pc:docMk/>
            <pc:sldMk cId="0" sldId="258"/>
            <ac:spMk id="777" creationId="{00000000-0000-0000-0000-000000000000}"/>
          </ac:spMkLst>
        </pc:spChg>
        <pc:spChg chg="del">
          <ac:chgData name="kiran kumar" userId="3042ffa7b2ecd34f" providerId="LiveId" clId="{AFCEA1C2-1BAD-44C3-854A-CCB428287ED1}" dt="2023-12-19T16:33:46.119" v="67" actId="478"/>
          <ac:spMkLst>
            <pc:docMk/>
            <pc:sldMk cId="0" sldId="258"/>
            <ac:spMk id="778" creationId="{00000000-0000-0000-0000-000000000000}"/>
          </ac:spMkLst>
        </pc:spChg>
        <pc:spChg chg="del">
          <ac:chgData name="kiran kumar" userId="3042ffa7b2ecd34f" providerId="LiveId" clId="{AFCEA1C2-1BAD-44C3-854A-CCB428287ED1}" dt="2023-12-19T16:34:02.537" v="73" actId="478"/>
          <ac:spMkLst>
            <pc:docMk/>
            <pc:sldMk cId="0" sldId="258"/>
            <ac:spMk id="779" creationId="{00000000-0000-0000-0000-000000000000}"/>
          </ac:spMkLst>
        </pc:spChg>
        <pc:spChg chg="del">
          <ac:chgData name="kiran kumar" userId="3042ffa7b2ecd34f" providerId="LiveId" clId="{AFCEA1C2-1BAD-44C3-854A-CCB428287ED1}" dt="2023-12-19T16:33:58.090" v="71" actId="478"/>
          <ac:spMkLst>
            <pc:docMk/>
            <pc:sldMk cId="0" sldId="258"/>
            <ac:spMk id="780" creationId="{00000000-0000-0000-0000-000000000000}"/>
          </ac:spMkLst>
        </pc:spChg>
        <pc:spChg chg="del">
          <ac:chgData name="kiran kumar" userId="3042ffa7b2ecd34f" providerId="LiveId" clId="{AFCEA1C2-1BAD-44C3-854A-CCB428287ED1}" dt="2023-12-19T16:33:50.983" v="69" actId="478"/>
          <ac:spMkLst>
            <pc:docMk/>
            <pc:sldMk cId="0" sldId="258"/>
            <ac:spMk id="781" creationId="{00000000-0000-0000-0000-000000000000}"/>
          </ac:spMkLst>
        </pc:spChg>
        <pc:spChg chg="del">
          <ac:chgData name="kiran kumar" userId="3042ffa7b2ecd34f" providerId="LiveId" clId="{AFCEA1C2-1BAD-44C3-854A-CCB428287ED1}" dt="2023-12-19T16:34:07.619" v="75" actId="478"/>
          <ac:spMkLst>
            <pc:docMk/>
            <pc:sldMk cId="0" sldId="258"/>
            <ac:spMk id="782" creationId="{00000000-0000-0000-0000-000000000000}"/>
          </ac:spMkLst>
        </pc:spChg>
        <pc:spChg chg="del">
          <ac:chgData name="kiran kumar" userId="3042ffa7b2ecd34f" providerId="LiveId" clId="{AFCEA1C2-1BAD-44C3-854A-CCB428287ED1}" dt="2023-12-19T16:34:19.912" v="79" actId="478"/>
          <ac:spMkLst>
            <pc:docMk/>
            <pc:sldMk cId="0" sldId="258"/>
            <ac:spMk id="783" creationId="{00000000-0000-0000-0000-000000000000}"/>
          </ac:spMkLst>
        </pc:spChg>
        <pc:spChg chg="del">
          <ac:chgData name="kiran kumar" userId="3042ffa7b2ecd34f" providerId="LiveId" clId="{AFCEA1C2-1BAD-44C3-854A-CCB428287ED1}" dt="2023-12-19T16:34:26.379" v="81" actId="478"/>
          <ac:spMkLst>
            <pc:docMk/>
            <pc:sldMk cId="0" sldId="258"/>
            <ac:spMk id="784" creationId="{00000000-0000-0000-0000-000000000000}"/>
          </ac:spMkLst>
        </pc:spChg>
        <pc:spChg chg="mod">
          <ac:chgData name="kiran kumar" userId="3042ffa7b2ecd34f" providerId="LiveId" clId="{AFCEA1C2-1BAD-44C3-854A-CCB428287ED1}" dt="2023-12-19T16:35:01.967" v="102" actId="1076"/>
          <ac:spMkLst>
            <pc:docMk/>
            <pc:sldMk cId="0" sldId="258"/>
            <ac:spMk id="785" creationId="{00000000-0000-0000-0000-000000000000}"/>
          </ac:spMkLst>
        </pc:spChg>
        <pc:spChg chg="del">
          <ac:chgData name="kiran kumar" userId="3042ffa7b2ecd34f" providerId="LiveId" clId="{AFCEA1C2-1BAD-44C3-854A-CCB428287ED1}" dt="2023-12-19T16:33:21.303" v="59" actId="478"/>
          <ac:spMkLst>
            <pc:docMk/>
            <pc:sldMk cId="0" sldId="258"/>
            <ac:spMk id="786" creationId="{00000000-0000-0000-0000-000000000000}"/>
          </ac:spMkLst>
        </pc:spChg>
        <pc:spChg chg="del">
          <ac:chgData name="kiran kumar" userId="3042ffa7b2ecd34f" providerId="LiveId" clId="{AFCEA1C2-1BAD-44C3-854A-CCB428287ED1}" dt="2023-12-19T16:33:41.803" v="65" actId="478"/>
          <ac:spMkLst>
            <pc:docMk/>
            <pc:sldMk cId="0" sldId="258"/>
            <ac:spMk id="787" creationId="{00000000-0000-0000-0000-000000000000}"/>
          </ac:spMkLst>
        </pc:spChg>
        <pc:spChg chg="del">
          <ac:chgData name="kiran kumar" userId="3042ffa7b2ecd34f" providerId="LiveId" clId="{AFCEA1C2-1BAD-44C3-854A-CCB428287ED1}" dt="2023-12-19T16:33:26.821" v="61" actId="478"/>
          <ac:spMkLst>
            <pc:docMk/>
            <pc:sldMk cId="0" sldId="258"/>
            <ac:spMk id="788" creationId="{00000000-0000-0000-0000-000000000000}"/>
          </ac:spMkLst>
        </pc:spChg>
        <pc:spChg chg="del">
          <ac:chgData name="kiran kumar" userId="3042ffa7b2ecd34f" providerId="LiveId" clId="{AFCEA1C2-1BAD-44C3-854A-CCB428287ED1}" dt="2023-12-19T16:33:36.260" v="63" actId="478"/>
          <ac:spMkLst>
            <pc:docMk/>
            <pc:sldMk cId="0" sldId="258"/>
            <ac:spMk id="789" creationId="{00000000-0000-0000-0000-000000000000}"/>
          </ac:spMkLst>
        </pc:spChg>
        <pc:picChg chg="add mod ord">
          <ac:chgData name="kiran kumar" userId="3042ffa7b2ecd34f" providerId="LiveId" clId="{AFCEA1C2-1BAD-44C3-854A-CCB428287ED1}" dt="2023-12-21T09:38:27.700" v="3894" actId="1036"/>
          <ac:picMkLst>
            <pc:docMk/>
            <pc:sldMk cId="0" sldId="258"/>
            <ac:picMk id="27" creationId="{1542A650-C03E-98AA-4C23-7547E1F0E931}"/>
          </ac:picMkLst>
        </pc:picChg>
        <pc:cxnChg chg="add del mod">
          <ac:chgData name="kiran kumar" userId="3042ffa7b2ecd34f" providerId="LiveId" clId="{AFCEA1C2-1BAD-44C3-854A-CCB428287ED1}" dt="2023-12-19T16:41:30.849" v="162" actId="208"/>
          <ac:cxnSpMkLst>
            <pc:docMk/>
            <pc:sldMk cId="0" sldId="258"/>
            <ac:cxnSpMk id="790" creationId="{00000000-0000-0000-0000-000000000000}"/>
          </ac:cxnSpMkLst>
        </pc:cxnChg>
        <pc:cxnChg chg="mod">
          <ac:chgData name="kiran kumar" userId="3042ffa7b2ecd34f" providerId="LiveId" clId="{AFCEA1C2-1BAD-44C3-854A-CCB428287ED1}" dt="2023-12-19T16:41:38.537" v="163" actId="208"/>
          <ac:cxnSpMkLst>
            <pc:docMk/>
            <pc:sldMk cId="0" sldId="258"/>
            <ac:cxnSpMk id="791" creationId="{00000000-0000-0000-0000-000000000000}"/>
          </ac:cxnSpMkLst>
        </pc:cxnChg>
      </pc:sldChg>
      <pc:sldChg chg="modSp del mod ord">
        <pc:chgData name="kiran kumar" userId="3042ffa7b2ecd34f" providerId="LiveId" clId="{AFCEA1C2-1BAD-44C3-854A-CCB428287ED1}" dt="2023-12-22T15:54:21.979" v="5397" actId="47"/>
        <pc:sldMkLst>
          <pc:docMk/>
          <pc:sldMk cId="0" sldId="259"/>
        </pc:sldMkLst>
        <pc:spChg chg="mod">
          <ac:chgData name="kiran kumar" userId="3042ffa7b2ecd34f" providerId="LiveId" clId="{AFCEA1C2-1BAD-44C3-854A-CCB428287ED1}" dt="2023-12-21T10:31:34.751" v="3958" actId="1076"/>
          <ac:spMkLst>
            <pc:docMk/>
            <pc:sldMk cId="0" sldId="259"/>
            <ac:spMk id="796" creationId="{00000000-0000-0000-0000-000000000000}"/>
          </ac:spMkLst>
        </pc:spChg>
        <pc:spChg chg="mod">
          <ac:chgData name="kiran kumar" userId="3042ffa7b2ecd34f" providerId="LiveId" clId="{AFCEA1C2-1BAD-44C3-854A-CCB428287ED1}" dt="2023-12-21T10:31:32.099" v="3957" actId="1076"/>
          <ac:spMkLst>
            <pc:docMk/>
            <pc:sldMk cId="0" sldId="259"/>
            <ac:spMk id="805" creationId="{00000000-0000-0000-0000-000000000000}"/>
          </ac:spMkLst>
        </pc:spChg>
      </pc:sldChg>
      <pc:sldChg chg="addSp delSp modSp mod modTransition delAnim">
        <pc:chgData name="kiran kumar" userId="3042ffa7b2ecd34f" providerId="LiveId" clId="{AFCEA1C2-1BAD-44C3-854A-CCB428287ED1}" dt="2023-12-22T15:53:25.196" v="5389"/>
        <pc:sldMkLst>
          <pc:docMk/>
          <pc:sldMk cId="0" sldId="260"/>
        </pc:sldMkLst>
        <pc:spChg chg="add mod">
          <ac:chgData name="kiran kumar" userId="3042ffa7b2ecd34f" providerId="LiveId" clId="{AFCEA1C2-1BAD-44C3-854A-CCB428287ED1}" dt="2023-12-21T13:38:47.384" v="4181" actId="207"/>
          <ac:spMkLst>
            <pc:docMk/>
            <pc:sldMk cId="0" sldId="260"/>
            <ac:spMk id="2" creationId="{93B0F737-70F0-860C-C034-440102B2046D}"/>
          </ac:spMkLst>
        </pc:spChg>
        <pc:spChg chg="add del mod">
          <ac:chgData name="kiran kumar" userId="3042ffa7b2ecd34f" providerId="LiveId" clId="{AFCEA1C2-1BAD-44C3-854A-CCB428287ED1}" dt="2023-12-19T16:30:34.457" v="1" actId="478"/>
          <ac:spMkLst>
            <pc:docMk/>
            <pc:sldMk cId="0" sldId="260"/>
            <ac:spMk id="3" creationId="{68AAB23E-8CF0-9442-C82F-CF44F56DC5BC}"/>
          </ac:spMkLst>
        </pc:spChg>
        <pc:spChg chg="add del mod">
          <ac:chgData name="kiran kumar" userId="3042ffa7b2ecd34f" providerId="LiveId" clId="{AFCEA1C2-1BAD-44C3-854A-CCB428287ED1}" dt="2023-12-19T16:30:40.026" v="4" actId="478"/>
          <ac:spMkLst>
            <pc:docMk/>
            <pc:sldMk cId="0" sldId="260"/>
            <ac:spMk id="5" creationId="{A656BC8B-9F40-4AA2-981D-F1D9D29E7749}"/>
          </ac:spMkLst>
        </pc:spChg>
        <pc:spChg chg="add mod">
          <ac:chgData name="kiran kumar" userId="3042ffa7b2ecd34f" providerId="LiveId" clId="{AFCEA1C2-1BAD-44C3-854A-CCB428287ED1}" dt="2023-12-21T13:38:34.864" v="4179" actId="1076"/>
          <ac:spMkLst>
            <pc:docMk/>
            <pc:sldMk cId="0" sldId="260"/>
            <ac:spMk id="7" creationId="{AB9DB08E-CF6A-7DCF-2D83-6EAEEA93C36B}"/>
          </ac:spMkLst>
        </pc:spChg>
        <pc:spChg chg="add mod">
          <ac:chgData name="kiran kumar" userId="3042ffa7b2ecd34f" providerId="LiveId" clId="{AFCEA1C2-1BAD-44C3-854A-CCB428287ED1}" dt="2023-12-21T13:38:54.064" v="4182" actId="1076"/>
          <ac:spMkLst>
            <pc:docMk/>
            <pc:sldMk cId="0" sldId="260"/>
            <ac:spMk id="8" creationId="{27E9FC53-762C-7225-11B7-FACB05B2CD02}"/>
          </ac:spMkLst>
        </pc:spChg>
        <pc:spChg chg="del">
          <ac:chgData name="kiran kumar" userId="3042ffa7b2ecd34f" providerId="LiveId" clId="{AFCEA1C2-1BAD-44C3-854A-CCB428287ED1}" dt="2023-12-19T16:30:37.042" v="2" actId="478"/>
          <ac:spMkLst>
            <pc:docMk/>
            <pc:sldMk cId="0" sldId="260"/>
            <ac:spMk id="813" creationId="{00000000-0000-0000-0000-000000000000}"/>
          </ac:spMkLst>
        </pc:spChg>
        <pc:spChg chg="del">
          <ac:chgData name="kiran kumar" userId="3042ffa7b2ecd34f" providerId="LiveId" clId="{AFCEA1C2-1BAD-44C3-854A-CCB428287ED1}" dt="2023-12-19T16:30:32.440" v="0" actId="478"/>
          <ac:spMkLst>
            <pc:docMk/>
            <pc:sldMk cId="0" sldId="260"/>
            <ac:spMk id="814" creationId="{00000000-0000-0000-0000-000000000000}"/>
          </ac:spMkLst>
        </pc:spChg>
        <pc:picChg chg="add del mod">
          <ac:chgData name="kiran kumar" userId="3042ffa7b2ecd34f" providerId="LiveId" clId="{AFCEA1C2-1BAD-44C3-854A-CCB428287ED1}" dt="2023-12-19T18:01:56.810" v="1266" actId="478"/>
          <ac:picMkLst>
            <pc:docMk/>
            <pc:sldMk cId="0" sldId="260"/>
            <ac:picMk id="10" creationId="{646A1D3D-7C7D-F493-F4E0-4E471AAA0DD6}"/>
          </ac:picMkLst>
        </pc:picChg>
      </pc:sldChg>
      <pc:sldChg chg="addSp delSp modSp add del mod modTransition delAnim">
        <pc:chgData name="kiran kumar" userId="3042ffa7b2ecd34f" providerId="LiveId" clId="{AFCEA1C2-1BAD-44C3-854A-CCB428287ED1}" dt="2023-12-22T15:57:38.933" v="5468" actId="47"/>
        <pc:sldMkLst>
          <pc:docMk/>
          <pc:sldMk cId="0" sldId="261"/>
        </pc:sldMkLst>
        <pc:spChg chg="add del mod">
          <ac:chgData name="kiran kumar" userId="3042ffa7b2ecd34f" providerId="LiveId" clId="{AFCEA1C2-1BAD-44C3-854A-CCB428287ED1}" dt="2023-12-21T10:33:12.968" v="3966" actId="478"/>
          <ac:spMkLst>
            <pc:docMk/>
            <pc:sldMk cId="0" sldId="261"/>
            <ac:spMk id="5" creationId="{54BDCBF2-36D4-FF8B-74CB-7AFFBFEAB0AF}"/>
          </ac:spMkLst>
        </pc:spChg>
        <pc:spChg chg="add del mod">
          <ac:chgData name="kiran kumar" userId="3042ffa7b2ecd34f" providerId="LiveId" clId="{AFCEA1C2-1BAD-44C3-854A-CCB428287ED1}" dt="2023-12-21T10:33:17.676" v="3968" actId="478"/>
          <ac:spMkLst>
            <pc:docMk/>
            <pc:sldMk cId="0" sldId="261"/>
            <ac:spMk id="7" creationId="{8302474E-4240-C1E0-650A-A833EBE23465}"/>
          </ac:spMkLst>
        </pc:spChg>
        <pc:spChg chg="add mod">
          <ac:chgData name="kiran kumar" userId="3042ffa7b2ecd34f" providerId="LiveId" clId="{AFCEA1C2-1BAD-44C3-854A-CCB428287ED1}" dt="2023-12-21T10:34:44.517" v="3995" actId="1076"/>
          <ac:spMkLst>
            <pc:docMk/>
            <pc:sldMk cId="0" sldId="261"/>
            <ac:spMk id="8" creationId="{B699BE5E-BA6A-7111-852E-164DE19DB557}"/>
          </ac:spMkLst>
        </pc:spChg>
        <pc:spChg chg="del">
          <ac:chgData name="kiran kumar" userId="3042ffa7b2ecd34f" providerId="LiveId" clId="{AFCEA1C2-1BAD-44C3-854A-CCB428287ED1}" dt="2023-12-21T10:33:16.511" v="3967" actId="478"/>
          <ac:spMkLst>
            <pc:docMk/>
            <pc:sldMk cId="0" sldId="261"/>
            <ac:spMk id="819" creationId="{00000000-0000-0000-0000-000000000000}"/>
          </ac:spMkLst>
        </pc:spChg>
        <pc:spChg chg="del">
          <ac:chgData name="kiran kumar" userId="3042ffa7b2ecd34f" providerId="LiveId" clId="{AFCEA1C2-1BAD-44C3-854A-CCB428287ED1}" dt="2023-12-21T10:33:11.540" v="3965" actId="478"/>
          <ac:spMkLst>
            <pc:docMk/>
            <pc:sldMk cId="0" sldId="261"/>
            <ac:spMk id="820" creationId="{00000000-0000-0000-0000-000000000000}"/>
          </ac:spMkLst>
        </pc:spChg>
        <pc:picChg chg="add mod">
          <ac:chgData name="kiran kumar" userId="3042ffa7b2ecd34f" providerId="LiveId" clId="{AFCEA1C2-1BAD-44C3-854A-CCB428287ED1}" dt="2023-12-21T10:34:03.933" v="3981" actId="14100"/>
          <ac:picMkLst>
            <pc:docMk/>
            <pc:sldMk cId="0" sldId="261"/>
            <ac:picMk id="3" creationId="{5F82ABEA-A25B-EEBF-EB34-99A776C346C2}"/>
          </ac:picMkLst>
        </pc:picChg>
      </pc:sldChg>
      <pc:sldChg chg="del">
        <pc:chgData name="kiran kumar" userId="3042ffa7b2ecd34f" providerId="LiveId" clId="{AFCEA1C2-1BAD-44C3-854A-CCB428287ED1}" dt="2023-12-22T15:54:16.478" v="5396" actId="47"/>
        <pc:sldMkLst>
          <pc:docMk/>
          <pc:sldMk cId="0" sldId="262"/>
        </pc:sldMkLst>
      </pc:sldChg>
      <pc:sldChg chg="del">
        <pc:chgData name="kiran kumar" userId="3042ffa7b2ecd34f" providerId="LiveId" clId="{AFCEA1C2-1BAD-44C3-854A-CCB428287ED1}" dt="2023-12-22T15:56:07.660" v="5398" actId="47"/>
        <pc:sldMkLst>
          <pc:docMk/>
          <pc:sldMk cId="0" sldId="263"/>
        </pc:sldMkLst>
      </pc:sldChg>
      <pc:sldChg chg="del">
        <pc:chgData name="kiran kumar" userId="3042ffa7b2ecd34f" providerId="LiveId" clId="{AFCEA1C2-1BAD-44C3-854A-CCB428287ED1}" dt="2023-12-22T15:56:09.464" v="5399" actId="47"/>
        <pc:sldMkLst>
          <pc:docMk/>
          <pc:sldMk cId="0" sldId="264"/>
        </pc:sldMkLst>
      </pc:sldChg>
      <pc:sldChg chg="del">
        <pc:chgData name="kiran kumar" userId="3042ffa7b2ecd34f" providerId="LiveId" clId="{AFCEA1C2-1BAD-44C3-854A-CCB428287ED1}" dt="2023-12-22T15:56:13.586" v="5400" actId="47"/>
        <pc:sldMkLst>
          <pc:docMk/>
          <pc:sldMk cId="0" sldId="265"/>
        </pc:sldMkLst>
      </pc:sldChg>
      <pc:sldChg chg="addSp delSp modSp mod ord modTransition delAnim modNotes">
        <pc:chgData name="kiran kumar" userId="3042ffa7b2ecd34f" providerId="LiveId" clId="{AFCEA1C2-1BAD-44C3-854A-CCB428287ED1}" dt="2023-12-22T15:54:01.974" v="5394"/>
        <pc:sldMkLst>
          <pc:docMk/>
          <pc:sldMk cId="0" sldId="266"/>
        </pc:sldMkLst>
        <pc:spChg chg="add del mod">
          <ac:chgData name="kiran kumar" userId="3042ffa7b2ecd34f" providerId="LiveId" clId="{AFCEA1C2-1BAD-44C3-854A-CCB428287ED1}" dt="2023-12-21T11:59:05.652" v="4010" actId="478"/>
          <ac:spMkLst>
            <pc:docMk/>
            <pc:sldMk cId="0" sldId="266"/>
            <ac:spMk id="5" creationId="{D1847D89-E6E8-0BA7-02E6-FC6278FABE5B}"/>
          </ac:spMkLst>
        </pc:spChg>
        <pc:spChg chg="add del mod">
          <ac:chgData name="kiran kumar" userId="3042ffa7b2ecd34f" providerId="LiveId" clId="{AFCEA1C2-1BAD-44C3-854A-CCB428287ED1}" dt="2023-12-21T11:59:09.259" v="4012" actId="478"/>
          <ac:spMkLst>
            <pc:docMk/>
            <pc:sldMk cId="0" sldId="266"/>
            <ac:spMk id="7" creationId="{1969E424-ED25-2153-A381-B59F05066FAE}"/>
          </ac:spMkLst>
        </pc:spChg>
        <pc:spChg chg="add mod">
          <ac:chgData name="kiran kumar" userId="3042ffa7b2ecd34f" providerId="LiveId" clId="{AFCEA1C2-1BAD-44C3-854A-CCB428287ED1}" dt="2023-12-21T12:00:34.081" v="4039" actId="2711"/>
          <ac:spMkLst>
            <pc:docMk/>
            <pc:sldMk cId="0" sldId="266"/>
            <ac:spMk id="8" creationId="{B4B6B731-8E7D-7BBF-7D91-9295B22D1FBE}"/>
          </ac:spMkLst>
        </pc:spChg>
        <pc:spChg chg="del">
          <ac:chgData name="kiran kumar" userId="3042ffa7b2ecd34f" providerId="LiveId" clId="{AFCEA1C2-1BAD-44C3-854A-CCB428287ED1}" dt="2023-12-21T11:59:04.742" v="4009" actId="478"/>
          <ac:spMkLst>
            <pc:docMk/>
            <pc:sldMk cId="0" sldId="266"/>
            <ac:spMk id="851" creationId="{00000000-0000-0000-0000-000000000000}"/>
          </ac:spMkLst>
        </pc:spChg>
        <pc:spChg chg="del">
          <ac:chgData name="kiran kumar" userId="3042ffa7b2ecd34f" providerId="LiveId" clId="{AFCEA1C2-1BAD-44C3-854A-CCB428287ED1}" dt="2023-12-21T11:59:08.248" v="4011" actId="478"/>
          <ac:spMkLst>
            <pc:docMk/>
            <pc:sldMk cId="0" sldId="266"/>
            <ac:spMk id="852" creationId="{00000000-0000-0000-0000-000000000000}"/>
          </ac:spMkLst>
        </pc:spChg>
        <pc:picChg chg="add mod">
          <ac:chgData name="kiran kumar" userId="3042ffa7b2ecd34f" providerId="LiveId" clId="{AFCEA1C2-1BAD-44C3-854A-CCB428287ED1}" dt="2023-12-21T12:26:23.069" v="4040" actId="1076"/>
          <ac:picMkLst>
            <pc:docMk/>
            <pc:sldMk cId="0" sldId="266"/>
            <ac:picMk id="3" creationId="{DB8DC61F-4E8A-C69E-C8FC-384E7901CE7C}"/>
          </ac:picMkLst>
        </pc:picChg>
      </pc:sldChg>
      <pc:sldChg chg="del">
        <pc:chgData name="kiran kumar" userId="3042ffa7b2ecd34f" providerId="LiveId" clId="{AFCEA1C2-1BAD-44C3-854A-CCB428287ED1}" dt="2023-12-22T15:56:18.302" v="5401" actId="47"/>
        <pc:sldMkLst>
          <pc:docMk/>
          <pc:sldMk cId="0" sldId="267"/>
        </pc:sldMkLst>
      </pc:sldChg>
      <pc:sldChg chg="addSp delSp modSp add del mod delAnim">
        <pc:chgData name="kiran kumar" userId="3042ffa7b2ecd34f" providerId="LiveId" clId="{AFCEA1C2-1BAD-44C3-854A-CCB428287ED1}" dt="2023-12-22T16:06:09.383" v="5517" actId="1076"/>
        <pc:sldMkLst>
          <pc:docMk/>
          <pc:sldMk cId="0" sldId="268"/>
        </pc:sldMkLst>
        <pc:spChg chg="add del mod">
          <ac:chgData name="kiran kumar" userId="3042ffa7b2ecd34f" providerId="LiveId" clId="{AFCEA1C2-1BAD-44C3-854A-CCB428287ED1}" dt="2023-12-22T15:56:29.185" v="5404" actId="478"/>
          <ac:spMkLst>
            <pc:docMk/>
            <pc:sldMk cId="0" sldId="268"/>
            <ac:spMk id="3" creationId="{6334F46C-C5A1-B8D4-DC76-7633DE0352F6}"/>
          </ac:spMkLst>
        </pc:spChg>
        <pc:spChg chg="add del mod">
          <ac:chgData name="kiran kumar" userId="3042ffa7b2ecd34f" providerId="LiveId" clId="{AFCEA1C2-1BAD-44C3-854A-CCB428287ED1}" dt="2023-12-22T15:56:34.907" v="5406" actId="478"/>
          <ac:spMkLst>
            <pc:docMk/>
            <pc:sldMk cId="0" sldId="268"/>
            <ac:spMk id="5" creationId="{68549AED-E83F-DE67-F21D-E869D642F669}"/>
          </ac:spMkLst>
        </pc:spChg>
        <pc:spChg chg="add mod">
          <ac:chgData name="kiran kumar" userId="3042ffa7b2ecd34f" providerId="LiveId" clId="{AFCEA1C2-1BAD-44C3-854A-CCB428287ED1}" dt="2023-12-22T16:06:09.383" v="5517" actId="1076"/>
          <ac:spMkLst>
            <pc:docMk/>
            <pc:sldMk cId="0" sldId="268"/>
            <ac:spMk id="6" creationId="{CA6E94D4-60C2-DE59-B537-C0E31B28B9A6}"/>
          </ac:spMkLst>
        </pc:spChg>
        <pc:spChg chg="add mod">
          <ac:chgData name="kiran kumar" userId="3042ffa7b2ecd34f" providerId="LiveId" clId="{AFCEA1C2-1BAD-44C3-854A-CCB428287ED1}" dt="2023-12-22T16:04:38.181" v="5502" actId="207"/>
          <ac:spMkLst>
            <pc:docMk/>
            <pc:sldMk cId="0" sldId="268"/>
            <ac:spMk id="7" creationId="{3CE50701-69C4-2D55-8653-722A12B145B4}"/>
          </ac:spMkLst>
        </pc:spChg>
        <pc:spChg chg="add mod">
          <ac:chgData name="kiran kumar" userId="3042ffa7b2ecd34f" providerId="LiveId" clId="{AFCEA1C2-1BAD-44C3-854A-CCB428287ED1}" dt="2023-12-22T16:05:46.424" v="5512" actId="1076"/>
          <ac:spMkLst>
            <pc:docMk/>
            <pc:sldMk cId="0" sldId="268"/>
            <ac:spMk id="8" creationId="{9E67B38B-08C1-B27E-8738-40B0359076A3}"/>
          </ac:spMkLst>
        </pc:spChg>
        <pc:spChg chg="add mod">
          <ac:chgData name="kiran kumar" userId="3042ffa7b2ecd34f" providerId="LiveId" clId="{AFCEA1C2-1BAD-44C3-854A-CCB428287ED1}" dt="2023-12-22T16:05:27.728" v="5508" actId="1076"/>
          <ac:spMkLst>
            <pc:docMk/>
            <pc:sldMk cId="0" sldId="268"/>
            <ac:spMk id="9" creationId="{13E0D42B-64B9-62AA-CD22-E1864298DBCA}"/>
          </ac:spMkLst>
        </pc:spChg>
        <pc:spChg chg="add mod">
          <ac:chgData name="kiran kumar" userId="3042ffa7b2ecd34f" providerId="LiveId" clId="{AFCEA1C2-1BAD-44C3-854A-CCB428287ED1}" dt="2023-12-22T16:05:49.964" v="5513" actId="1076"/>
          <ac:spMkLst>
            <pc:docMk/>
            <pc:sldMk cId="0" sldId="268"/>
            <ac:spMk id="10" creationId="{37D31A2E-86D4-0954-E0F7-06467BCEE042}"/>
          </ac:spMkLst>
        </pc:spChg>
        <pc:spChg chg="add mod">
          <ac:chgData name="kiran kumar" userId="3042ffa7b2ecd34f" providerId="LiveId" clId="{AFCEA1C2-1BAD-44C3-854A-CCB428287ED1}" dt="2023-12-22T16:05:55.675" v="5514" actId="1076"/>
          <ac:spMkLst>
            <pc:docMk/>
            <pc:sldMk cId="0" sldId="268"/>
            <ac:spMk id="11" creationId="{C1F69079-4164-7006-BBCA-8010ED9291AF}"/>
          </ac:spMkLst>
        </pc:spChg>
        <pc:spChg chg="del">
          <ac:chgData name="kiran kumar" userId="3042ffa7b2ecd34f" providerId="LiveId" clId="{AFCEA1C2-1BAD-44C3-854A-CCB428287ED1}" dt="2023-12-22T15:56:26.603" v="5403" actId="478"/>
          <ac:spMkLst>
            <pc:docMk/>
            <pc:sldMk cId="0" sldId="268"/>
            <ac:spMk id="864" creationId="{00000000-0000-0000-0000-000000000000}"/>
          </ac:spMkLst>
        </pc:spChg>
        <pc:spChg chg="del">
          <ac:chgData name="kiran kumar" userId="3042ffa7b2ecd34f" providerId="LiveId" clId="{AFCEA1C2-1BAD-44C3-854A-CCB428287ED1}" dt="2023-12-22T15:56:31.904" v="5405" actId="478"/>
          <ac:spMkLst>
            <pc:docMk/>
            <pc:sldMk cId="0" sldId="268"/>
            <ac:spMk id="865" creationId="{00000000-0000-0000-0000-000000000000}"/>
          </ac:spMkLst>
        </pc:spChg>
        <pc:grpChg chg="del">
          <ac:chgData name="kiran kumar" userId="3042ffa7b2ecd34f" providerId="LiveId" clId="{AFCEA1C2-1BAD-44C3-854A-CCB428287ED1}" dt="2023-12-22T15:56:36.863" v="5407" actId="478"/>
          <ac:grpSpMkLst>
            <pc:docMk/>
            <pc:sldMk cId="0" sldId="268"/>
            <ac:grpSpMk id="866" creationId="{00000000-0000-0000-0000-000000000000}"/>
          </ac:grpSpMkLst>
        </pc:grpChg>
        <pc:cxnChg chg="del">
          <ac:chgData name="kiran kumar" userId="3042ffa7b2ecd34f" providerId="LiveId" clId="{AFCEA1C2-1BAD-44C3-854A-CCB428287ED1}" dt="2023-12-22T15:56:22.672" v="5402" actId="478"/>
          <ac:cxnSpMkLst>
            <pc:docMk/>
            <pc:sldMk cId="0" sldId="268"/>
            <ac:cxnSpMk id="871" creationId="{00000000-0000-0000-0000-000000000000}"/>
          </ac:cxnSpMkLst>
        </pc:cxnChg>
      </pc:sldChg>
      <pc:sldChg chg="del">
        <pc:chgData name="kiran kumar" userId="3042ffa7b2ecd34f" providerId="LiveId" clId="{AFCEA1C2-1BAD-44C3-854A-CCB428287ED1}" dt="2023-12-22T15:56:40.453" v="5408" actId="47"/>
        <pc:sldMkLst>
          <pc:docMk/>
          <pc:sldMk cId="0" sldId="269"/>
        </pc:sldMkLst>
      </pc:sldChg>
      <pc:sldChg chg="del">
        <pc:chgData name="kiran kumar" userId="3042ffa7b2ecd34f" providerId="LiveId" clId="{AFCEA1C2-1BAD-44C3-854A-CCB428287ED1}" dt="2023-12-22T15:56:44.246" v="5409" actId="47"/>
        <pc:sldMkLst>
          <pc:docMk/>
          <pc:sldMk cId="0" sldId="270"/>
        </pc:sldMkLst>
      </pc:sldChg>
      <pc:sldChg chg="del">
        <pc:chgData name="kiran kumar" userId="3042ffa7b2ecd34f" providerId="LiveId" clId="{AFCEA1C2-1BAD-44C3-854A-CCB428287ED1}" dt="2023-12-22T15:56:46.248" v="5410" actId="47"/>
        <pc:sldMkLst>
          <pc:docMk/>
          <pc:sldMk cId="0" sldId="271"/>
        </pc:sldMkLst>
      </pc:sldChg>
      <pc:sldChg chg="del">
        <pc:chgData name="kiran kumar" userId="3042ffa7b2ecd34f" providerId="LiveId" clId="{AFCEA1C2-1BAD-44C3-854A-CCB428287ED1}" dt="2023-12-22T15:56:47.832" v="5411" actId="47"/>
        <pc:sldMkLst>
          <pc:docMk/>
          <pc:sldMk cId="0" sldId="272"/>
        </pc:sldMkLst>
      </pc:sldChg>
      <pc:sldChg chg="del">
        <pc:chgData name="kiran kumar" userId="3042ffa7b2ecd34f" providerId="LiveId" clId="{AFCEA1C2-1BAD-44C3-854A-CCB428287ED1}" dt="2023-12-22T15:56:48.865" v="5412" actId="47"/>
        <pc:sldMkLst>
          <pc:docMk/>
          <pc:sldMk cId="0" sldId="273"/>
        </pc:sldMkLst>
      </pc:sldChg>
      <pc:sldChg chg="addSp delSp modSp del mod ord modTransition delAnim modNotes">
        <pc:chgData name="kiran kumar" userId="3042ffa7b2ecd34f" providerId="LiveId" clId="{AFCEA1C2-1BAD-44C3-854A-CCB428287ED1}" dt="2023-12-22T16:14:14.923" v="5561" actId="47"/>
        <pc:sldMkLst>
          <pc:docMk/>
          <pc:sldMk cId="0" sldId="274"/>
        </pc:sldMkLst>
        <pc:spChg chg="add mod">
          <ac:chgData name="kiran kumar" userId="3042ffa7b2ecd34f" providerId="LiveId" clId="{AFCEA1C2-1BAD-44C3-854A-CCB428287ED1}" dt="2023-12-19T17:01:55.211" v="421" actId="1076"/>
          <ac:spMkLst>
            <pc:docMk/>
            <pc:sldMk cId="0" sldId="274"/>
            <ac:spMk id="2" creationId="{515BA5E0-1326-6B20-9318-C64D32136D8C}"/>
          </ac:spMkLst>
        </pc:spChg>
        <pc:spChg chg="add del mod">
          <ac:chgData name="kiran kumar" userId="3042ffa7b2ecd34f" providerId="LiveId" clId="{AFCEA1C2-1BAD-44C3-854A-CCB428287ED1}" dt="2023-12-19T17:01:29.679" v="416" actId="478"/>
          <ac:spMkLst>
            <pc:docMk/>
            <pc:sldMk cId="0" sldId="274"/>
            <ac:spMk id="4" creationId="{5FA9AEF4-A2F8-D8B2-E3D2-C02FA3B1BA7F}"/>
          </ac:spMkLst>
        </pc:spChg>
        <pc:spChg chg="add del mod">
          <ac:chgData name="kiran kumar" userId="3042ffa7b2ecd34f" providerId="LiveId" clId="{AFCEA1C2-1BAD-44C3-854A-CCB428287ED1}" dt="2023-12-19T17:01:36.350" v="418" actId="478"/>
          <ac:spMkLst>
            <pc:docMk/>
            <pc:sldMk cId="0" sldId="274"/>
            <ac:spMk id="6" creationId="{14D0CF6C-4FC7-AA1A-9008-6EF91DD19D8A}"/>
          </ac:spMkLst>
        </pc:spChg>
        <pc:spChg chg="add mod">
          <ac:chgData name="kiran kumar" userId="3042ffa7b2ecd34f" providerId="LiveId" clId="{AFCEA1C2-1BAD-44C3-854A-CCB428287ED1}" dt="2023-12-19T17:29:41.912" v="500" actId="1036"/>
          <ac:spMkLst>
            <pc:docMk/>
            <pc:sldMk cId="0" sldId="274"/>
            <ac:spMk id="7" creationId="{3ACE77C4-D1FB-8133-C64B-CE72A32A1B0E}"/>
          </ac:spMkLst>
        </pc:spChg>
        <pc:spChg chg="add mod">
          <ac:chgData name="kiran kumar" userId="3042ffa7b2ecd34f" providerId="LiveId" clId="{AFCEA1C2-1BAD-44C3-854A-CCB428287ED1}" dt="2023-12-19T17:31:26.546" v="504" actId="1076"/>
          <ac:spMkLst>
            <pc:docMk/>
            <pc:sldMk cId="0" sldId="274"/>
            <ac:spMk id="8" creationId="{9CF88101-60E0-8BD2-A3D0-0C66281C566F}"/>
          </ac:spMkLst>
        </pc:spChg>
        <pc:spChg chg="add mod">
          <ac:chgData name="kiran kumar" userId="3042ffa7b2ecd34f" providerId="LiveId" clId="{AFCEA1C2-1BAD-44C3-854A-CCB428287ED1}" dt="2023-12-19T17:31:38.499" v="509" actId="1076"/>
          <ac:spMkLst>
            <pc:docMk/>
            <pc:sldMk cId="0" sldId="274"/>
            <ac:spMk id="9" creationId="{AC69DC31-92A2-17D1-4E3C-44B0A2FC1993}"/>
          </ac:spMkLst>
        </pc:spChg>
        <pc:spChg chg="add mod">
          <ac:chgData name="kiran kumar" userId="3042ffa7b2ecd34f" providerId="LiveId" clId="{AFCEA1C2-1BAD-44C3-854A-CCB428287ED1}" dt="2023-12-19T17:31:47.425" v="511" actId="1076"/>
          <ac:spMkLst>
            <pc:docMk/>
            <pc:sldMk cId="0" sldId="274"/>
            <ac:spMk id="10" creationId="{09F3112B-F655-144F-EB72-5BB7A4E90DC6}"/>
          </ac:spMkLst>
        </pc:spChg>
        <pc:spChg chg="add mod">
          <ac:chgData name="kiran kumar" userId="3042ffa7b2ecd34f" providerId="LiveId" clId="{AFCEA1C2-1BAD-44C3-854A-CCB428287ED1}" dt="2023-12-19T17:31:52.388" v="512" actId="1076"/>
          <ac:spMkLst>
            <pc:docMk/>
            <pc:sldMk cId="0" sldId="274"/>
            <ac:spMk id="11" creationId="{7A334194-1D20-07F1-20EC-F484093DA242}"/>
          </ac:spMkLst>
        </pc:spChg>
        <pc:spChg chg="add mod">
          <ac:chgData name="kiran kumar" userId="3042ffa7b2ecd34f" providerId="LiveId" clId="{AFCEA1C2-1BAD-44C3-854A-CCB428287ED1}" dt="2023-12-19T17:31:58.248" v="513" actId="1076"/>
          <ac:spMkLst>
            <pc:docMk/>
            <pc:sldMk cId="0" sldId="274"/>
            <ac:spMk id="12" creationId="{23FAA9E9-8849-D1AF-DFE5-94140765D9BD}"/>
          </ac:spMkLst>
        </pc:spChg>
        <pc:spChg chg="del">
          <ac:chgData name="kiran kumar" userId="3042ffa7b2ecd34f" providerId="LiveId" clId="{AFCEA1C2-1BAD-44C3-854A-CCB428287ED1}" dt="2023-12-19T17:01:27.789" v="415" actId="478"/>
          <ac:spMkLst>
            <pc:docMk/>
            <pc:sldMk cId="0" sldId="274"/>
            <ac:spMk id="953" creationId="{00000000-0000-0000-0000-000000000000}"/>
          </ac:spMkLst>
        </pc:spChg>
        <pc:spChg chg="del">
          <ac:chgData name="kiran kumar" userId="3042ffa7b2ecd34f" providerId="LiveId" clId="{AFCEA1C2-1BAD-44C3-854A-CCB428287ED1}" dt="2023-12-19T17:01:35.174" v="417" actId="478"/>
          <ac:spMkLst>
            <pc:docMk/>
            <pc:sldMk cId="0" sldId="274"/>
            <ac:spMk id="954" creationId="{00000000-0000-0000-0000-000000000000}"/>
          </ac:spMkLst>
        </pc:spChg>
        <pc:picChg chg="mod">
          <ac:chgData name="kiran kumar" userId="3042ffa7b2ecd34f" providerId="LiveId" clId="{AFCEA1C2-1BAD-44C3-854A-CCB428287ED1}" dt="2023-12-19T17:05:59.720" v="429" actId="1076"/>
          <ac:picMkLst>
            <pc:docMk/>
            <pc:sldMk cId="0" sldId="274"/>
            <ac:picMk id="955" creationId="{00000000-0000-0000-0000-000000000000}"/>
          </ac:picMkLst>
        </pc:picChg>
      </pc:sldChg>
      <pc:sldChg chg="modSp del mod">
        <pc:chgData name="kiran kumar" userId="3042ffa7b2ecd34f" providerId="LiveId" clId="{AFCEA1C2-1BAD-44C3-854A-CCB428287ED1}" dt="2023-12-22T15:56:50.008" v="5413" actId="47"/>
        <pc:sldMkLst>
          <pc:docMk/>
          <pc:sldMk cId="0" sldId="275"/>
        </pc:sldMkLst>
        <pc:spChg chg="mod">
          <ac:chgData name="kiran kumar" userId="3042ffa7b2ecd34f" providerId="LiveId" clId="{AFCEA1C2-1BAD-44C3-854A-CCB428287ED1}" dt="2023-12-21T11:54:29.105" v="4004" actId="1076"/>
          <ac:spMkLst>
            <pc:docMk/>
            <pc:sldMk cId="0" sldId="275"/>
            <ac:spMk id="963" creationId="{00000000-0000-0000-0000-000000000000}"/>
          </ac:spMkLst>
        </pc:spChg>
      </pc:sldChg>
      <pc:sldChg chg="addSp delSp modSp mod ord modTransition delAnim modNotes">
        <pc:chgData name="kiran kumar" userId="3042ffa7b2ecd34f" providerId="LiveId" clId="{AFCEA1C2-1BAD-44C3-854A-CCB428287ED1}" dt="2023-12-22T15:53:34.759" v="5390"/>
        <pc:sldMkLst>
          <pc:docMk/>
          <pc:sldMk cId="0" sldId="276"/>
        </pc:sldMkLst>
        <pc:spChg chg="add del mod">
          <ac:chgData name="kiran kumar" userId="3042ffa7b2ecd34f" providerId="LiveId" clId="{AFCEA1C2-1BAD-44C3-854A-CCB428287ED1}" dt="2023-12-19T16:45:19.921" v="189" actId="478"/>
          <ac:spMkLst>
            <pc:docMk/>
            <pc:sldMk cId="0" sldId="276"/>
            <ac:spMk id="3" creationId="{FE6907DB-BF7F-964B-4F26-F42066B518B5}"/>
          </ac:spMkLst>
        </pc:spChg>
        <pc:spChg chg="add del mod">
          <ac:chgData name="kiran kumar" userId="3042ffa7b2ecd34f" providerId="LiveId" clId="{AFCEA1C2-1BAD-44C3-854A-CCB428287ED1}" dt="2023-12-19T16:45:27.272" v="191" actId="478"/>
          <ac:spMkLst>
            <pc:docMk/>
            <pc:sldMk cId="0" sldId="276"/>
            <ac:spMk id="5" creationId="{2B41BAE9-FDAD-58BD-28E4-7846EC94DD03}"/>
          </ac:spMkLst>
        </pc:spChg>
        <pc:spChg chg="add del mod">
          <ac:chgData name="kiran kumar" userId="3042ffa7b2ecd34f" providerId="LiveId" clId="{AFCEA1C2-1BAD-44C3-854A-CCB428287ED1}" dt="2023-12-19T16:45:35.181" v="195" actId="478"/>
          <ac:spMkLst>
            <pc:docMk/>
            <pc:sldMk cId="0" sldId="276"/>
            <ac:spMk id="7" creationId="{A642BBFF-350D-E000-343E-234CB92E8DF1}"/>
          </ac:spMkLst>
        </pc:spChg>
        <pc:spChg chg="add del mod">
          <ac:chgData name="kiran kumar" userId="3042ffa7b2ecd34f" providerId="LiveId" clId="{AFCEA1C2-1BAD-44C3-854A-CCB428287ED1}" dt="2023-12-19T16:45:40.294" v="197" actId="478"/>
          <ac:spMkLst>
            <pc:docMk/>
            <pc:sldMk cId="0" sldId="276"/>
            <ac:spMk id="9" creationId="{4FC8B975-D434-788B-D177-F502A937B367}"/>
          </ac:spMkLst>
        </pc:spChg>
        <pc:spChg chg="add mod">
          <ac:chgData name="kiran kumar" userId="3042ffa7b2ecd34f" providerId="LiveId" clId="{AFCEA1C2-1BAD-44C3-854A-CCB428287ED1}" dt="2023-12-19T16:53:02.189" v="295" actId="1076"/>
          <ac:spMkLst>
            <pc:docMk/>
            <pc:sldMk cId="0" sldId="276"/>
            <ac:spMk id="12" creationId="{001E08DB-F6EB-4FC1-26D7-2756DEF9A85D}"/>
          </ac:spMkLst>
        </pc:spChg>
        <pc:spChg chg="add mod">
          <ac:chgData name="kiran kumar" userId="3042ffa7b2ecd34f" providerId="LiveId" clId="{AFCEA1C2-1BAD-44C3-854A-CCB428287ED1}" dt="2023-12-19T16:53:26.235" v="298" actId="207"/>
          <ac:spMkLst>
            <pc:docMk/>
            <pc:sldMk cId="0" sldId="276"/>
            <ac:spMk id="13" creationId="{0D98FEF3-613C-5BC4-6166-3398DA365EDD}"/>
          </ac:spMkLst>
        </pc:spChg>
        <pc:spChg chg="add mod">
          <ac:chgData name="kiran kumar" userId="3042ffa7b2ecd34f" providerId="LiveId" clId="{AFCEA1C2-1BAD-44C3-854A-CCB428287ED1}" dt="2023-12-19T16:59:40.426" v="367" actId="20577"/>
          <ac:spMkLst>
            <pc:docMk/>
            <pc:sldMk cId="0" sldId="276"/>
            <ac:spMk id="14" creationId="{96E4DFAF-5538-2048-573C-3663FD53A341}"/>
          </ac:spMkLst>
        </pc:spChg>
        <pc:spChg chg="add mod">
          <ac:chgData name="kiran kumar" userId="3042ffa7b2ecd34f" providerId="LiveId" clId="{AFCEA1C2-1BAD-44C3-854A-CCB428287ED1}" dt="2023-12-19T16:56:39.047" v="325" actId="1076"/>
          <ac:spMkLst>
            <pc:docMk/>
            <pc:sldMk cId="0" sldId="276"/>
            <ac:spMk id="15" creationId="{1584E76D-88EF-15D4-0672-20CBBBBB45F6}"/>
          </ac:spMkLst>
        </pc:spChg>
        <pc:spChg chg="add mod">
          <ac:chgData name="kiran kumar" userId="3042ffa7b2ecd34f" providerId="LiveId" clId="{AFCEA1C2-1BAD-44C3-854A-CCB428287ED1}" dt="2023-12-19T16:56:47.167" v="326" actId="1076"/>
          <ac:spMkLst>
            <pc:docMk/>
            <pc:sldMk cId="0" sldId="276"/>
            <ac:spMk id="16" creationId="{26E103EA-1C5E-A813-795C-6B10E19C0FCD}"/>
          </ac:spMkLst>
        </pc:spChg>
        <pc:spChg chg="add mod">
          <ac:chgData name="kiran kumar" userId="3042ffa7b2ecd34f" providerId="LiveId" clId="{AFCEA1C2-1BAD-44C3-854A-CCB428287ED1}" dt="2023-12-19T16:56:51.241" v="327" actId="1076"/>
          <ac:spMkLst>
            <pc:docMk/>
            <pc:sldMk cId="0" sldId="276"/>
            <ac:spMk id="17" creationId="{9E31360F-1B80-576D-2B46-C83F3EC1E60F}"/>
          </ac:spMkLst>
        </pc:spChg>
        <pc:spChg chg="add mod">
          <ac:chgData name="kiran kumar" userId="3042ffa7b2ecd34f" providerId="LiveId" clId="{AFCEA1C2-1BAD-44C3-854A-CCB428287ED1}" dt="2023-12-19T16:56:55.093" v="328" actId="1076"/>
          <ac:spMkLst>
            <pc:docMk/>
            <pc:sldMk cId="0" sldId="276"/>
            <ac:spMk id="18" creationId="{CAFF6900-F2B5-F2CB-9B46-55BC4FADC883}"/>
          </ac:spMkLst>
        </pc:spChg>
        <pc:spChg chg="add mod">
          <ac:chgData name="kiran kumar" userId="3042ffa7b2ecd34f" providerId="LiveId" clId="{AFCEA1C2-1BAD-44C3-854A-CCB428287ED1}" dt="2023-12-19T16:59:29.225" v="363" actId="20577"/>
          <ac:spMkLst>
            <pc:docMk/>
            <pc:sldMk cId="0" sldId="276"/>
            <ac:spMk id="19" creationId="{F7DF3543-E62A-0F53-29D4-996A751A13D1}"/>
          </ac:spMkLst>
        </pc:spChg>
        <pc:spChg chg="add mod">
          <ac:chgData name="kiran kumar" userId="3042ffa7b2ecd34f" providerId="LiveId" clId="{AFCEA1C2-1BAD-44C3-854A-CCB428287ED1}" dt="2023-12-19T16:59:02.919" v="354" actId="1076"/>
          <ac:spMkLst>
            <pc:docMk/>
            <pc:sldMk cId="0" sldId="276"/>
            <ac:spMk id="20" creationId="{0A8F350E-612B-4F90-4496-D8F20C485DE3}"/>
          </ac:spMkLst>
        </pc:spChg>
        <pc:spChg chg="add mod">
          <ac:chgData name="kiran kumar" userId="3042ffa7b2ecd34f" providerId="LiveId" clId="{AFCEA1C2-1BAD-44C3-854A-CCB428287ED1}" dt="2023-12-19T16:59:07.468" v="355" actId="1076"/>
          <ac:spMkLst>
            <pc:docMk/>
            <pc:sldMk cId="0" sldId="276"/>
            <ac:spMk id="21" creationId="{79E0576F-CBEB-7C9A-764C-16FA0D16CF04}"/>
          </ac:spMkLst>
        </pc:spChg>
        <pc:spChg chg="add mod">
          <ac:chgData name="kiran kumar" userId="3042ffa7b2ecd34f" providerId="LiveId" clId="{AFCEA1C2-1BAD-44C3-854A-CCB428287ED1}" dt="2023-12-19T16:59:20.113" v="357" actId="1076"/>
          <ac:spMkLst>
            <pc:docMk/>
            <pc:sldMk cId="0" sldId="276"/>
            <ac:spMk id="22" creationId="{6B964E7B-4F1D-13F3-C2A0-1941A59AB79B}"/>
          </ac:spMkLst>
        </pc:spChg>
        <pc:spChg chg="mod">
          <ac:chgData name="kiran kumar" userId="3042ffa7b2ecd34f" providerId="LiveId" clId="{AFCEA1C2-1BAD-44C3-854A-CCB428287ED1}" dt="2023-12-19T16:48:12.376" v="242" actId="1076"/>
          <ac:spMkLst>
            <pc:docMk/>
            <pc:sldMk cId="0" sldId="276"/>
            <ac:spMk id="970" creationId="{00000000-0000-0000-0000-000000000000}"/>
          </ac:spMkLst>
        </pc:spChg>
        <pc:spChg chg="del">
          <ac:chgData name="kiran kumar" userId="3042ffa7b2ecd34f" providerId="LiveId" clId="{AFCEA1C2-1BAD-44C3-854A-CCB428287ED1}" dt="2023-12-19T16:45:18.283" v="188" actId="478"/>
          <ac:spMkLst>
            <pc:docMk/>
            <pc:sldMk cId="0" sldId="276"/>
            <ac:spMk id="971" creationId="{00000000-0000-0000-0000-000000000000}"/>
          </ac:spMkLst>
        </pc:spChg>
        <pc:spChg chg="del">
          <ac:chgData name="kiran kumar" userId="3042ffa7b2ecd34f" providerId="LiveId" clId="{AFCEA1C2-1BAD-44C3-854A-CCB428287ED1}" dt="2023-12-19T16:45:39.391" v="196" actId="478"/>
          <ac:spMkLst>
            <pc:docMk/>
            <pc:sldMk cId="0" sldId="276"/>
            <ac:spMk id="972" creationId="{00000000-0000-0000-0000-000000000000}"/>
          </ac:spMkLst>
        </pc:spChg>
        <pc:spChg chg="del">
          <ac:chgData name="kiran kumar" userId="3042ffa7b2ecd34f" providerId="LiveId" clId="{AFCEA1C2-1BAD-44C3-854A-CCB428287ED1}" dt="2023-12-19T16:45:23.200" v="190" actId="478"/>
          <ac:spMkLst>
            <pc:docMk/>
            <pc:sldMk cId="0" sldId="276"/>
            <ac:spMk id="973" creationId="{00000000-0000-0000-0000-000000000000}"/>
          </ac:spMkLst>
        </pc:spChg>
        <pc:spChg chg="del">
          <ac:chgData name="kiran kumar" userId="3042ffa7b2ecd34f" providerId="LiveId" clId="{AFCEA1C2-1BAD-44C3-854A-CCB428287ED1}" dt="2023-12-19T16:45:32.547" v="194" actId="478"/>
          <ac:spMkLst>
            <pc:docMk/>
            <pc:sldMk cId="0" sldId="276"/>
            <ac:spMk id="974" creationId="{00000000-0000-0000-0000-000000000000}"/>
          </ac:spMkLst>
        </pc:spChg>
        <pc:grpChg chg="del">
          <ac:chgData name="kiran kumar" userId="3042ffa7b2ecd34f" providerId="LiveId" clId="{AFCEA1C2-1BAD-44C3-854A-CCB428287ED1}" dt="2023-12-19T16:45:28.627" v="192" actId="478"/>
          <ac:grpSpMkLst>
            <pc:docMk/>
            <pc:sldMk cId="0" sldId="276"/>
            <ac:grpSpMk id="975" creationId="{00000000-0000-0000-0000-000000000000}"/>
          </ac:grpSpMkLst>
        </pc:grpChg>
        <pc:grpChg chg="del">
          <ac:chgData name="kiran kumar" userId="3042ffa7b2ecd34f" providerId="LiveId" clId="{AFCEA1C2-1BAD-44C3-854A-CCB428287ED1}" dt="2023-12-19T16:45:30.433" v="193" actId="478"/>
          <ac:grpSpMkLst>
            <pc:docMk/>
            <pc:sldMk cId="0" sldId="276"/>
            <ac:grpSpMk id="982" creationId="{00000000-0000-0000-0000-000000000000}"/>
          </ac:grpSpMkLst>
        </pc:grpChg>
        <pc:picChg chg="add mod ord">
          <ac:chgData name="kiran kumar" userId="3042ffa7b2ecd34f" providerId="LiveId" clId="{AFCEA1C2-1BAD-44C3-854A-CCB428287ED1}" dt="2023-12-19T16:48:04.986" v="241" actId="1076"/>
          <ac:picMkLst>
            <pc:docMk/>
            <pc:sldMk cId="0" sldId="276"/>
            <ac:picMk id="11" creationId="{A89A04B0-F8DB-872A-987B-B09A370C2CB2}"/>
          </ac:picMkLst>
        </pc:picChg>
      </pc:sldChg>
      <pc:sldChg chg="del">
        <pc:chgData name="kiran kumar" userId="3042ffa7b2ecd34f" providerId="LiveId" clId="{AFCEA1C2-1BAD-44C3-854A-CCB428287ED1}" dt="2023-12-22T15:56:51.132" v="5414" actId="47"/>
        <pc:sldMkLst>
          <pc:docMk/>
          <pc:sldMk cId="0" sldId="277"/>
        </pc:sldMkLst>
      </pc:sldChg>
      <pc:sldChg chg="del">
        <pc:chgData name="kiran kumar" userId="3042ffa7b2ecd34f" providerId="LiveId" clId="{AFCEA1C2-1BAD-44C3-854A-CCB428287ED1}" dt="2023-12-22T15:56:52.442" v="5415" actId="47"/>
        <pc:sldMkLst>
          <pc:docMk/>
          <pc:sldMk cId="2720491299" sldId="278"/>
        </pc:sldMkLst>
      </pc:sldChg>
      <pc:sldChg chg="addSp delSp modSp mod ord modTransition delAnim">
        <pc:chgData name="kiran kumar" userId="3042ffa7b2ecd34f" providerId="LiveId" clId="{AFCEA1C2-1BAD-44C3-854A-CCB428287ED1}" dt="2023-12-22T15:53:56.316" v="5393"/>
        <pc:sldMkLst>
          <pc:docMk/>
          <pc:sldMk cId="0" sldId="279"/>
        </pc:sldMkLst>
        <pc:spChg chg="add mod">
          <ac:chgData name="kiran kumar" userId="3042ffa7b2ecd34f" providerId="LiveId" clId="{AFCEA1C2-1BAD-44C3-854A-CCB428287ED1}" dt="2023-12-22T14:01:17.056" v="4861" actId="1076"/>
          <ac:spMkLst>
            <pc:docMk/>
            <pc:sldMk cId="0" sldId="279"/>
            <ac:spMk id="2" creationId="{EBFC8FF0-1B99-354F-DF7E-A6D9B6BB56D9}"/>
          </ac:spMkLst>
        </pc:spChg>
        <pc:spChg chg="add del mod">
          <ac:chgData name="kiran kumar" userId="3042ffa7b2ecd34f" providerId="LiveId" clId="{AFCEA1C2-1BAD-44C3-854A-CCB428287ED1}" dt="2023-12-20T05:03:11.272" v="1374" actId="478"/>
          <ac:spMkLst>
            <pc:docMk/>
            <pc:sldMk cId="0" sldId="279"/>
            <ac:spMk id="3" creationId="{C62C68CA-118C-8A38-AD36-51F19E1D28B3}"/>
          </ac:spMkLst>
        </pc:spChg>
        <pc:spChg chg="add del mod">
          <ac:chgData name="kiran kumar" userId="3042ffa7b2ecd34f" providerId="LiveId" clId="{AFCEA1C2-1BAD-44C3-854A-CCB428287ED1}" dt="2023-12-20T17:34:25.027" v="3087" actId="478"/>
          <ac:spMkLst>
            <pc:docMk/>
            <pc:sldMk cId="0" sldId="279"/>
            <ac:spMk id="4" creationId="{13B69531-977B-A6AC-B00D-5EBCDE2BABB9}"/>
          </ac:spMkLst>
        </pc:spChg>
        <pc:spChg chg="add del">
          <ac:chgData name="kiran kumar" userId="3042ffa7b2ecd34f" providerId="LiveId" clId="{AFCEA1C2-1BAD-44C3-854A-CCB428287ED1}" dt="2023-12-22T14:05:44.466" v="4937" actId="478"/>
          <ac:spMkLst>
            <pc:docMk/>
            <pc:sldMk cId="0" sldId="279"/>
            <ac:spMk id="5" creationId="{9D4B33F4-278F-B87C-CBD4-85013BB2D9AD}"/>
          </ac:spMkLst>
        </pc:spChg>
        <pc:spChg chg="add del mod">
          <ac:chgData name="kiran kumar" userId="3042ffa7b2ecd34f" providerId="LiveId" clId="{AFCEA1C2-1BAD-44C3-854A-CCB428287ED1}" dt="2023-12-20T05:06:57.349" v="1713" actId="21"/>
          <ac:spMkLst>
            <pc:docMk/>
            <pc:sldMk cId="0" sldId="279"/>
            <ac:spMk id="6" creationId="{DEC387AD-7D5F-F26E-D24C-44ECE1B0AE70}"/>
          </ac:spMkLst>
        </pc:spChg>
        <pc:spChg chg="add del mod">
          <ac:chgData name="kiran kumar" userId="3042ffa7b2ecd34f" providerId="LiveId" clId="{AFCEA1C2-1BAD-44C3-854A-CCB428287ED1}" dt="2023-12-20T05:07:09.883" v="1715" actId="21"/>
          <ac:spMkLst>
            <pc:docMk/>
            <pc:sldMk cId="0" sldId="279"/>
            <ac:spMk id="8" creationId="{3EC80CE4-08D2-AC2E-4147-F5DD5A2D6A61}"/>
          </ac:spMkLst>
        </pc:spChg>
        <pc:spChg chg="add del mod">
          <ac:chgData name="kiran kumar" userId="3042ffa7b2ecd34f" providerId="LiveId" clId="{AFCEA1C2-1BAD-44C3-854A-CCB428287ED1}" dt="2023-12-20T05:07:23.207" v="1718" actId="21"/>
          <ac:spMkLst>
            <pc:docMk/>
            <pc:sldMk cId="0" sldId="279"/>
            <ac:spMk id="10" creationId="{A7199861-38DF-A99E-5B9B-8CC127EC2E49}"/>
          </ac:spMkLst>
        </pc:spChg>
        <pc:spChg chg="add del mod">
          <ac:chgData name="kiran kumar" userId="3042ffa7b2ecd34f" providerId="LiveId" clId="{AFCEA1C2-1BAD-44C3-854A-CCB428287ED1}" dt="2023-12-20T05:07:33.322" v="1719" actId="21"/>
          <ac:spMkLst>
            <pc:docMk/>
            <pc:sldMk cId="0" sldId="279"/>
            <ac:spMk id="12" creationId="{936429BD-A38E-667E-627B-FB3C2C750F70}"/>
          </ac:spMkLst>
        </pc:spChg>
        <pc:spChg chg="add del mod">
          <ac:chgData name="kiran kumar" userId="3042ffa7b2ecd34f" providerId="LiveId" clId="{AFCEA1C2-1BAD-44C3-854A-CCB428287ED1}" dt="2023-12-20T05:07:55.839" v="1724" actId="478"/>
          <ac:spMkLst>
            <pc:docMk/>
            <pc:sldMk cId="0" sldId="279"/>
            <ac:spMk id="15" creationId="{7C71FBBD-2C4F-0839-8E2A-198342AFF2A1}"/>
          </ac:spMkLst>
        </pc:spChg>
        <pc:spChg chg="add del mod">
          <ac:chgData name="kiran kumar" userId="3042ffa7b2ecd34f" providerId="LiveId" clId="{AFCEA1C2-1BAD-44C3-854A-CCB428287ED1}" dt="2023-12-20T05:08:02.064" v="1726" actId="478"/>
          <ac:spMkLst>
            <pc:docMk/>
            <pc:sldMk cId="0" sldId="279"/>
            <ac:spMk id="17" creationId="{ACEB6094-BBFC-88FD-17B6-FAD2A7202764}"/>
          </ac:spMkLst>
        </pc:spChg>
        <pc:spChg chg="add del mod">
          <ac:chgData name="kiran kumar" userId="3042ffa7b2ecd34f" providerId="LiveId" clId="{AFCEA1C2-1BAD-44C3-854A-CCB428287ED1}" dt="2023-12-20T05:08:05.836" v="1728" actId="478"/>
          <ac:spMkLst>
            <pc:docMk/>
            <pc:sldMk cId="0" sldId="279"/>
            <ac:spMk id="19" creationId="{F4DA7195-1B82-707B-58F1-DE9F6C1BE237}"/>
          </ac:spMkLst>
        </pc:spChg>
        <pc:spChg chg="add del mod">
          <ac:chgData name="kiran kumar" userId="3042ffa7b2ecd34f" providerId="LiveId" clId="{AFCEA1C2-1BAD-44C3-854A-CCB428287ED1}" dt="2023-12-20T05:08:11.273" v="1730" actId="478"/>
          <ac:spMkLst>
            <pc:docMk/>
            <pc:sldMk cId="0" sldId="279"/>
            <ac:spMk id="21" creationId="{9CC03365-1B85-0BFF-D60E-38FD8E150646}"/>
          </ac:spMkLst>
        </pc:spChg>
        <pc:spChg chg="add del mod">
          <ac:chgData name="kiran kumar" userId="3042ffa7b2ecd34f" providerId="LiveId" clId="{AFCEA1C2-1BAD-44C3-854A-CCB428287ED1}" dt="2023-12-20T05:12:07.319" v="1782"/>
          <ac:spMkLst>
            <pc:docMk/>
            <pc:sldMk cId="0" sldId="279"/>
            <ac:spMk id="22" creationId="{30CC310B-F71C-A070-B4B1-B21C61B24135}"/>
          </ac:spMkLst>
        </pc:spChg>
        <pc:spChg chg="del mod ord">
          <ac:chgData name="kiran kumar" userId="3042ffa7b2ecd34f" providerId="LiveId" clId="{AFCEA1C2-1BAD-44C3-854A-CCB428287ED1}" dt="2023-12-20T18:25:09.490" v="3873" actId="478"/>
          <ac:spMkLst>
            <pc:docMk/>
            <pc:sldMk cId="0" sldId="279"/>
            <ac:spMk id="1012" creationId="{00000000-0000-0000-0000-000000000000}"/>
          </ac:spMkLst>
        </pc:spChg>
        <pc:spChg chg="del mod">
          <ac:chgData name="kiran kumar" userId="3042ffa7b2ecd34f" providerId="LiveId" clId="{AFCEA1C2-1BAD-44C3-854A-CCB428287ED1}" dt="2023-12-20T05:06:12.026" v="1696" actId="21"/>
          <ac:spMkLst>
            <pc:docMk/>
            <pc:sldMk cId="0" sldId="279"/>
            <ac:spMk id="1013" creationId="{00000000-0000-0000-0000-000000000000}"/>
          </ac:spMkLst>
        </pc:spChg>
        <pc:spChg chg="del mod">
          <ac:chgData name="kiran kumar" userId="3042ffa7b2ecd34f" providerId="LiveId" clId="{AFCEA1C2-1BAD-44C3-854A-CCB428287ED1}" dt="2023-12-20T05:06:07.490" v="1693" actId="21"/>
          <ac:spMkLst>
            <pc:docMk/>
            <pc:sldMk cId="0" sldId="279"/>
            <ac:spMk id="1014" creationId="{00000000-0000-0000-0000-000000000000}"/>
          </ac:spMkLst>
        </pc:spChg>
        <pc:spChg chg="del mod">
          <ac:chgData name="kiran kumar" userId="3042ffa7b2ecd34f" providerId="LiveId" clId="{AFCEA1C2-1BAD-44C3-854A-CCB428287ED1}" dt="2023-12-20T05:06:15.953" v="1697" actId="21"/>
          <ac:spMkLst>
            <pc:docMk/>
            <pc:sldMk cId="0" sldId="279"/>
            <ac:spMk id="1015" creationId="{00000000-0000-0000-0000-000000000000}"/>
          </ac:spMkLst>
        </pc:spChg>
        <pc:spChg chg="del mod">
          <ac:chgData name="kiran kumar" userId="3042ffa7b2ecd34f" providerId="LiveId" clId="{AFCEA1C2-1BAD-44C3-854A-CCB428287ED1}" dt="2023-12-20T05:10:30.703" v="1764" actId="21"/>
          <ac:spMkLst>
            <pc:docMk/>
            <pc:sldMk cId="0" sldId="279"/>
            <ac:spMk id="1016" creationId="{00000000-0000-0000-0000-000000000000}"/>
          </ac:spMkLst>
        </pc:spChg>
        <pc:spChg chg="del mod">
          <ac:chgData name="kiran kumar" userId="3042ffa7b2ecd34f" providerId="LiveId" clId="{AFCEA1C2-1BAD-44C3-854A-CCB428287ED1}" dt="2023-12-20T05:06:26.156" v="1703" actId="21"/>
          <ac:spMkLst>
            <pc:docMk/>
            <pc:sldMk cId="0" sldId="279"/>
            <ac:spMk id="1017" creationId="{00000000-0000-0000-0000-000000000000}"/>
          </ac:spMkLst>
        </pc:spChg>
        <pc:spChg chg="del mod">
          <ac:chgData name="kiran kumar" userId="3042ffa7b2ecd34f" providerId="LiveId" clId="{AFCEA1C2-1BAD-44C3-854A-CCB428287ED1}" dt="2023-12-20T05:06:27.878" v="1704" actId="21"/>
          <ac:spMkLst>
            <pc:docMk/>
            <pc:sldMk cId="0" sldId="279"/>
            <ac:spMk id="1018" creationId="{00000000-0000-0000-0000-000000000000}"/>
          </ac:spMkLst>
        </pc:spChg>
        <pc:spChg chg="del">
          <ac:chgData name="kiran kumar" userId="3042ffa7b2ecd34f" providerId="LiveId" clId="{AFCEA1C2-1BAD-44C3-854A-CCB428287ED1}" dt="2023-12-20T05:06:22.175" v="1700" actId="21"/>
          <ac:spMkLst>
            <pc:docMk/>
            <pc:sldMk cId="0" sldId="279"/>
            <ac:spMk id="1019" creationId="{00000000-0000-0000-0000-000000000000}"/>
          </ac:spMkLst>
        </pc:spChg>
        <pc:spChg chg="del mod ord">
          <ac:chgData name="kiran kumar" userId="3042ffa7b2ecd34f" providerId="LiveId" clId="{AFCEA1C2-1BAD-44C3-854A-CCB428287ED1}" dt="2023-12-20T18:25:08.024" v="3872" actId="478"/>
          <ac:spMkLst>
            <pc:docMk/>
            <pc:sldMk cId="0" sldId="279"/>
            <ac:spMk id="1020" creationId="{00000000-0000-0000-0000-000000000000}"/>
          </ac:spMkLst>
        </pc:spChg>
        <pc:spChg chg="del mod">
          <ac:chgData name="kiran kumar" userId="3042ffa7b2ecd34f" providerId="LiveId" clId="{AFCEA1C2-1BAD-44C3-854A-CCB428287ED1}" dt="2023-12-20T05:06:42.496" v="1710" actId="21"/>
          <ac:spMkLst>
            <pc:docMk/>
            <pc:sldMk cId="0" sldId="279"/>
            <ac:spMk id="1021" creationId="{00000000-0000-0000-0000-000000000000}"/>
          </ac:spMkLst>
        </pc:spChg>
        <pc:spChg chg="del mod">
          <ac:chgData name="kiran kumar" userId="3042ffa7b2ecd34f" providerId="LiveId" clId="{AFCEA1C2-1BAD-44C3-854A-CCB428287ED1}" dt="2023-12-20T05:06:40.067" v="1709" actId="21"/>
          <ac:spMkLst>
            <pc:docMk/>
            <pc:sldMk cId="0" sldId="279"/>
            <ac:spMk id="1022" creationId="{00000000-0000-0000-0000-000000000000}"/>
          </ac:spMkLst>
        </pc:spChg>
        <pc:spChg chg="del">
          <ac:chgData name="kiran kumar" userId="3042ffa7b2ecd34f" providerId="LiveId" clId="{AFCEA1C2-1BAD-44C3-854A-CCB428287ED1}" dt="2023-12-20T05:06:45.411" v="1711" actId="21"/>
          <ac:spMkLst>
            <pc:docMk/>
            <pc:sldMk cId="0" sldId="279"/>
            <ac:spMk id="1023" creationId="{00000000-0000-0000-0000-000000000000}"/>
          </ac:spMkLst>
        </pc:spChg>
        <pc:spChg chg="del mod">
          <ac:chgData name="kiran kumar" userId="3042ffa7b2ecd34f" providerId="LiveId" clId="{AFCEA1C2-1BAD-44C3-854A-CCB428287ED1}" dt="2023-12-20T05:05:36.887" v="1686" actId="21"/>
          <ac:spMkLst>
            <pc:docMk/>
            <pc:sldMk cId="0" sldId="279"/>
            <ac:spMk id="1024" creationId="{00000000-0000-0000-0000-000000000000}"/>
          </ac:spMkLst>
        </pc:spChg>
        <pc:spChg chg="del mod">
          <ac:chgData name="kiran kumar" userId="3042ffa7b2ecd34f" providerId="LiveId" clId="{AFCEA1C2-1BAD-44C3-854A-CCB428287ED1}" dt="2023-12-20T05:05:39.356" v="1687" actId="21"/>
          <ac:spMkLst>
            <pc:docMk/>
            <pc:sldMk cId="0" sldId="279"/>
            <ac:spMk id="1025" creationId="{00000000-0000-0000-0000-000000000000}"/>
          </ac:spMkLst>
        </pc:spChg>
        <pc:spChg chg="del mod ord">
          <ac:chgData name="kiran kumar" userId="3042ffa7b2ecd34f" providerId="LiveId" clId="{AFCEA1C2-1BAD-44C3-854A-CCB428287ED1}" dt="2023-12-20T18:25:10.827" v="3874" actId="478"/>
          <ac:spMkLst>
            <pc:docMk/>
            <pc:sldMk cId="0" sldId="279"/>
            <ac:spMk id="1026" creationId="{00000000-0000-0000-0000-000000000000}"/>
          </ac:spMkLst>
        </pc:spChg>
        <pc:spChg chg="del mod">
          <ac:chgData name="kiran kumar" userId="3042ffa7b2ecd34f" providerId="LiveId" clId="{AFCEA1C2-1BAD-44C3-854A-CCB428287ED1}" dt="2023-12-20T05:06:04.880" v="1692" actId="21"/>
          <ac:spMkLst>
            <pc:docMk/>
            <pc:sldMk cId="0" sldId="279"/>
            <ac:spMk id="1027" creationId="{00000000-0000-0000-0000-000000000000}"/>
          </ac:spMkLst>
        </pc:spChg>
        <pc:spChg chg="del mod">
          <ac:chgData name="kiran kumar" userId="3042ffa7b2ecd34f" providerId="LiveId" clId="{AFCEA1C2-1BAD-44C3-854A-CCB428287ED1}" dt="2023-12-20T05:03:09.550" v="1373" actId="478"/>
          <ac:spMkLst>
            <pc:docMk/>
            <pc:sldMk cId="0" sldId="279"/>
            <ac:spMk id="1028" creationId="{00000000-0000-0000-0000-000000000000}"/>
          </ac:spMkLst>
        </pc:spChg>
        <pc:spChg chg="del">
          <ac:chgData name="kiran kumar" userId="3042ffa7b2ecd34f" providerId="LiveId" clId="{AFCEA1C2-1BAD-44C3-854A-CCB428287ED1}" dt="2023-12-20T05:08:04.829" v="1727" actId="478"/>
          <ac:spMkLst>
            <pc:docMk/>
            <pc:sldMk cId="0" sldId="279"/>
            <ac:spMk id="1029" creationId="{00000000-0000-0000-0000-000000000000}"/>
          </ac:spMkLst>
        </pc:spChg>
        <pc:spChg chg="del">
          <ac:chgData name="kiran kumar" userId="3042ffa7b2ecd34f" providerId="LiveId" clId="{AFCEA1C2-1BAD-44C3-854A-CCB428287ED1}" dt="2023-12-20T05:07:04.614" v="1714" actId="21"/>
          <ac:spMkLst>
            <pc:docMk/>
            <pc:sldMk cId="0" sldId="279"/>
            <ac:spMk id="1030" creationId="{00000000-0000-0000-0000-000000000000}"/>
          </ac:spMkLst>
        </pc:spChg>
        <pc:spChg chg="del">
          <ac:chgData name="kiran kumar" userId="3042ffa7b2ecd34f" providerId="LiveId" clId="{AFCEA1C2-1BAD-44C3-854A-CCB428287ED1}" dt="2023-12-20T05:07:15.325" v="1716" actId="21"/>
          <ac:spMkLst>
            <pc:docMk/>
            <pc:sldMk cId="0" sldId="279"/>
            <ac:spMk id="1031" creationId="{00000000-0000-0000-0000-000000000000}"/>
          </ac:spMkLst>
        </pc:spChg>
        <pc:spChg chg="del">
          <ac:chgData name="kiran kumar" userId="3042ffa7b2ecd34f" providerId="LiveId" clId="{AFCEA1C2-1BAD-44C3-854A-CCB428287ED1}" dt="2023-12-20T05:07:59.869" v="1725" actId="478"/>
          <ac:spMkLst>
            <pc:docMk/>
            <pc:sldMk cId="0" sldId="279"/>
            <ac:spMk id="1032" creationId="{00000000-0000-0000-0000-000000000000}"/>
          </ac:spMkLst>
        </pc:spChg>
        <pc:spChg chg="del">
          <ac:chgData name="kiran kumar" userId="3042ffa7b2ecd34f" providerId="LiveId" clId="{AFCEA1C2-1BAD-44C3-854A-CCB428287ED1}" dt="2023-12-20T05:08:08.452" v="1729" actId="478"/>
          <ac:spMkLst>
            <pc:docMk/>
            <pc:sldMk cId="0" sldId="279"/>
            <ac:spMk id="1033" creationId="{00000000-0000-0000-0000-000000000000}"/>
          </ac:spMkLst>
        </pc:spChg>
        <pc:spChg chg="del">
          <ac:chgData name="kiran kumar" userId="3042ffa7b2ecd34f" providerId="LiveId" clId="{AFCEA1C2-1BAD-44C3-854A-CCB428287ED1}" dt="2023-12-20T05:06:51.718" v="1712" actId="21"/>
          <ac:spMkLst>
            <pc:docMk/>
            <pc:sldMk cId="0" sldId="279"/>
            <ac:spMk id="1034" creationId="{00000000-0000-0000-0000-000000000000}"/>
          </ac:spMkLst>
        </pc:spChg>
        <pc:spChg chg="del">
          <ac:chgData name="kiran kumar" userId="3042ffa7b2ecd34f" providerId="LiveId" clId="{AFCEA1C2-1BAD-44C3-854A-CCB428287ED1}" dt="2023-12-20T05:07:19.004" v="1717" actId="21"/>
          <ac:spMkLst>
            <pc:docMk/>
            <pc:sldMk cId="0" sldId="279"/>
            <ac:spMk id="1035" creationId="{00000000-0000-0000-0000-000000000000}"/>
          </ac:spMkLst>
        </pc:spChg>
        <pc:spChg chg="del mod">
          <ac:chgData name="kiran kumar" userId="3042ffa7b2ecd34f" providerId="LiveId" clId="{AFCEA1C2-1BAD-44C3-854A-CCB428287ED1}" dt="2023-12-20T05:07:53.084" v="1723" actId="478"/>
          <ac:spMkLst>
            <pc:docMk/>
            <pc:sldMk cId="0" sldId="279"/>
            <ac:spMk id="1036" creationId="{00000000-0000-0000-0000-000000000000}"/>
          </ac:spMkLst>
        </pc:spChg>
        <pc:spChg chg="del mod">
          <ac:chgData name="kiran kumar" userId="3042ffa7b2ecd34f" providerId="LiveId" clId="{AFCEA1C2-1BAD-44C3-854A-CCB428287ED1}" dt="2023-12-20T05:03:33.918" v="1378" actId="478"/>
          <ac:spMkLst>
            <pc:docMk/>
            <pc:sldMk cId="0" sldId="279"/>
            <ac:spMk id="1037" creationId="{00000000-0000-0000-0000-000000000000}"/>
          </ac:spMkLst>
        </pc:spChg>
        <pc:spChg chg="del mod">
          <ac:chgData name="kiran kumar" userId="3042ffa7b2ecd34f" providerId="LiveId" clId="{AFCEA1C2-1BAD-44C3-854A-CCB428287ED1}" dt="2023-12-20T05:05:44.812" v="1689" actId="21"/>
          <ac:spMkLst>
            <pc:docMk/>
            <pc:sldMk cId="0" sldId="279"/>
            <ac:spMk id="1038" creationId="{00000000-0000-0000-0000-000000000000}"/>
          </ac:spMkLst>
        </pc:spChg>
        <pc:spChg chg="del mod">
          <ac:chgData name="kiran kumar" userId="3042ffa7b2ecd34f" providerId="LiveId" clId="{AFCEA1C2-1BAD-44C3-854A-CCB428287ED1}" dt="2023-12-20T05:06:19.803" v="1699" actId="21"/>
          <ac:spMkLst>
            <pc:docMk/>
            <pc:sldMk cId="0" sldId="279"/>
            <ac:spMk id="1039" creationId="{00000000-0000-0000-0000-000000000000}"/>
          </ac:spMkLst>
        </pc:spChg>
        <pc:spChg chg="del">
          <ac:chgData name="kiran kumar" userId="3042ffa7b2ecd34f" providerId="LiveId" clId="{AFCEA1C2-1BAD-44C3-854A-CCB428287ED1}" dt="2023-12-20T05:06:32.734" v="1705" actId="21"/>
          <ac:spMkLst>
            <pc:docMk/>
            <pc:sldMk cId="0" sldId="279"/>
            <ac:spMk id="1040" creationId="{00000000-0000-0000-0000-000000000000}"/>
          </ac:spMkLst>
        </pc:spChg>
        <pc:picChg chg="add del mod">
          <ac:chgData name="kiran kumar" userId="3042ffa7b2ecd34f" providerId="LiveId" clId="{AFCEA1C2-1BAD-44C3-854A-CCB428287ED1}" dt="2023-12-22T12:18:39.246" v="4255" actId="478"/>
          <ac:picMkLst>
            <pc:docMk/>
            <pc:sldMk cId="0" sldId="279"/>
            <ac:picMk id="3" creationId="{BFB76553-E874-9E21-9E09-0C0A2CAD1353}"/>
          </ac:picMkLst>
        </pc:picChg>
        <pc:picChg chg="add del mod">
          <ac:chgData name="kiran kumar" userId="3042ffa7b2ecd34f" providerId="LiveId" clId="{AFCEA1C2-1BAD-44C3-854A-CCB428287ED1}" dt="2023-12-22T14:01:08.017" v="4859" actId="478"/>
          <ac:picMkLst>
            <pc:docMk/>
            <pc:sldMk cId="0" sldId="279"/>
            <ac:picMk id="1026" creationId="{68428233-6E3B-9914-8878-EE4AC16EA217}"/>
          </ac:picMkLst>
        </pc:picChg>
        <pc:picChg chg="add mod">
          <ac:chgData name="kiran kumar" userId="3042ffa7b2ecd34f" providerId="LiveId" clId="{AFCEA1C2-1BAD-44C3-854A-CCB428287ED1}" dt="2023-12-22T14:09:01.349" v="4982" actId="14100"/>
          <ac:picMkLst>
            <pc:docMk/>
            <pc:sldMk cId="0" sldId="279"/>
            <ac:picMk id="1028" creationId="{46B03DCC-6E7D-D2AB-1FB8-57936625F07F}"/>
          </ac:picMkLst>
        </pc:picChg>
        <pc:picChg chg="add mod">
          <ac:chgData name="kiran kumar" userId="3042ffa7b2ecd34f" providerId="LiveId" clId="{AFCEA1C2-1BAD-44C3-854A-CCB428287ED1}" dt="2023-12-22T14:09:14.889" v="4987" actId="14100"/>
          <ac:picMkLst>
            <pc:docMk/>
            <pc:sldMk cId="0" sldId="279"/>
            <ac:picMk id="1030" creationId="{AA5B2E28-B93D-8C92-EF87-1B1088119E3E}"/>
          </ac:picMkLst>
        </pc:picChg>
        <pc:picChg chg="add mod">
          <ac:chgData name="kiran kumar" userId="3042ffa7b2ecd34f" providerId="LiveId" clId="{AFCEA1C2-1BAD-44C3-854A-CCB428287ED1}" dt="2023-12-22T14:09:08.920" v="4985" actId="14100"/>
          <ac:picMkLst>
            <pc:docMk/>
            <pc:sldMk cId="0" sldId="279"/>
            <ac:picMk id="1032" creationId="{22243EA3-0457-4F03-A84A-73F2B5294A80}"/>
          </ac:picMkLst>
        </pc:picChg>
        <pc:picChg chg="add mod">
          <ac:chgData name="kiran kumar" userId="3042ffa7b2ecd34f" providerId="LiveId" clId="{AFCEA1C2-1BAD-44C3-854A-CCB428287ED1}" dt="2023-12-22T14:09:25.024" v="4989" actId="1076"/>
          <ac:picMkLst>
            <pc:docMk/>
            <pc:sldMk cId="0" sldId="279"/>
            <ac:picMk id="1034" creationId="{09DFF539-7070-D428-DD01-C54B5D0C150C}"/>
          </ac:picMkLst>
        </pc:picChg>
        <pc:picChg chg="add del mod">
          <ac:chgData name="kiran kumar" userId="3042ffa7b2ecd34f" providerId="LiveId" clId="{AFCEA1C2-1BAD-44C3-854A-CCB428287ED1}" dt="2023-12-22T14:05:21.781" v="4935"/>
          <ac:picMkLst>
            <pc:docMk/>
            <pc:sldMk cId="0" sldId="279"/>
            <ac:picMk id="1036" creationId="{AE5BF44D-92FB-C94B-2C49-AD86DF5A1F56}"/>
          </ac:picMkLst>
        </pc:picChg>
        <pc:picChg chg="add del mod">
          <ac:chgData name="kiran kumar" userId="3042ffa7b2ecd34f" providerId="LiveId" clId="{AFCEA1C2-1BAD-44C3-854A-CCB428287ED1}" dt="2023-12-22T14:04:25.094" v="4905"/>
          <ac:picMkLst>
            <pc:docMk/>
            <pc:sldMk cId="0" sldId="279"/>
            <ac:picMk id="1038" creationId="{247D6549-A6EA-BDB0-CCE8-4B99DB3D90C4}"/>
          </ac:picMkLst>
        </pc:picChg>
        <pc:picChg chg="add del mod">
          <ac:chgData name="kiran kumar" userId="3042ffa7b2ecd34f" providerId="LiveId" clId="{AFCEA1C2-1BAD-44C3-854A-CCB428287ED1}" dt="2023-12-22T14:04:49.663" v="4916"/>
          <ac:picMkLst>
            <pc:docMk/>
            <pc:sldMk cId="0" sldId="279"/>
            <ac:picMk id="1040" creationId="{D5896F63-EB11-A095-2E39-8C687EF64E83}"/>
          </ac:picMkLst>
        </pc:picChg>
        <pc:picChg chg="add del mod">
          <ac:chgData name="kiran kumar" userId="3042ffa7b2ecd34f" providerId="LiveId" clId="{AFCEA1C2-1BAD-44C3-854A-CCB428287ED1}" dt="2023-12-22T14:05:14.933" v="4923"/>
          <ac:picMkLst>
            <pc:docMk/>
            <pc:sldMk cId="0" sldId="279"/>
            <ac:picMk id="1042" creationId="{480B7BB4-92F1-79CA-F606-786AC50E6355}"/>
          </ac:picMkLst>
        </pc:picChg>
        <pc:picChg chg="add del mod">
          <ac:chgData name="kiran kumar" userId="3042ffa7b2ecd34f" providerId="LiveId" clId="{AFCEA1C2-1BAD-44C3-854A-CCB428287ED1}" dt="2023-12-22T14:07:38.769" v="4959"/>
          <ac:picMkLst>
            <pc:docMk/>
            <pc:sldMk cId="0" sldId="279"/>
            <ac:picMk id="1044" creationId="{BBA85C56-2404-4139-2949-6DCD575A2F67}"/>
          </ac:picMkLst>
        </pc:picChg>
        <pc:picChg chg="add del mod">
          <ac:chgData name="kiran kumar" userId="3042ffa7b2ecd34f" providerId="LiveId" clId="{AFCEA1C2-1BAD-44C3-854A-CCB428287ED1}" dt="2023-12-22T14:06:17.767" v="4944"/>
          <ac:picMkLst>
            <pc:docMk/>
            <pc:sldMk cId="0" sldId="279"/>
            <ac:picMk id="1046" creationId="{60D5A065-AA5C-2A40-DE28-A27025DC6D27}"/>
          </ac:picMkLst>
        </pc:picChg>
        <pc:picChg chg="add del mod">
          <ac:chgData name="kiran kumar" userId="3042ffa7b2ecd34f" providerId="LiveId" clId="{AFCEA1C2-1BAD-44C3-854A-CCB428287ED1}" dt="2023-12-22T14:06:53.610" v="4954"/>
          <ac:picMkLst>
            <pc:docMk/>
            <pc:sldMk cId="0" sldId="279"/>
            <ac:picMk id="1048" creationId="{C50C5CE4-90E5-1C73-859E-6C4EA4A5AC14}"/>
          </ac:picMkLst>
        </pc:picChg>
        <pc:picChg chg="add del">
          <ac:chgData name="kiran kumar" userId="3042ffa7b2ecd34f" providerId="LiveId" clId="{AFCEA1C2-1BAD-44C3-854A-CCB428287ED1}" dt="2023-12-22T14:07:37.684" v="4956"/>
          <ac:picMkLst>
            <pc:docMk/>
            <pc:sldMk cId="0" sldId="279"/>
            <ac:picMk id="1050" creationId="{FF30D2C4-EFF0-D9C2-5863-1A753ED1F0E0}"/>
          </ac:picMkLst>
        </pc:picChg>
        <pc:picChg chg="add mod">
          <ac:chgData name="kiran kumar" userId="3042ffa7b2ecd34f" providerId="LiveId" clId="{AFCEA1C2-1BAD-44C3-854A-CCB428287ED1}" dt="2023-12-22T14:08:53.221" v="4979" actId="1076"/>
          <ac:picMkLst>
            <pc:docMk/>
            <pc:sldMk cId="0" sldId="279"/>
            <ac:picMk id="1052" creationId="{74CAAF38-CFED-F3A5-3B90-9BB7B2D0BFB4}"/>
          </ac:picMkLst>
        </pc:picChg>
        <pc:picChg chg="add mod">
          <ac:chgData name="kiran kumar" userId="3042ffa7b2ecd34f" providerId="LiveId" clId="{AFCEA1C2-1BAD-44C3-854A-CCB428287ED1}" dt="2023-12-22T14:08:55.256" v="4980" actId="1076"/>
          <ac:picMkLst>
            <pc:docMk/>
            <pc:sldMk cId="0" sldId="279"/>
            <ac:picMk id="1054" creationId="{EB7EDEDA-784B-A149-7918-D7F27E664491}"/>
          </ac:picMkLst>
        </pc:picChg>
        <pc:cxnChg chg="del mod">
          <ac:chgData name="kiran kumar" userId="3042ffa7b2ecd34f" providerId="LiveId" clId="{AFCEA1C2-1BAD-44C3-854A-CCB428287ED1}" dt="2023-12-20T05:08:14.850" v="1732" actId="478"/>
          <ac:cxnSpMkLst>
            <pc:docMk/>
            <pc:sldMk cId="0" sldId="279"/>
            <ac:cxnSpMk id="1041" creationId="{00000000-0000-0000-0000-000000000000}"/>
          </ac:cxnSpMkLst>
        </pc:cxnChg>
        <pc:cxnChg chg="del">
          <ac:chgData name="kiran kumar" userId="3042ffa7b2ecd34f" providerId="LiveId" clId="{AFCEA1C2-1BAD-44C3-854A-CCB428287ED1}" dt="2023-12-20T05:08:16.635" v="1733" actId="478"/>
          <ac:cxnSpMkLst>
            <pc:docMk/>
            <pc:sldMk cId="0" sldId="279"/>
            <ac:cxnSpMk id="1042" creationId="{00000000-0000-0000-0000-000000000000}"/>
          </ac:cxnSpMkLst>
        </pc:cxnChg>
        <pc:cxnChg chg="del">
          <ac:chgData name="kiran kumar" userId="3042ffa7b2ecd34f" providerId="LiveId" clId="{AFCEA1C2-1BAD-44C3-854A-CCB428287ED1}" dt="2023-12-20T05:08:19.582" v="1734" actId="478"/>
          <ac:cxnSpMkLst>
            <pc:docMk/>
            <pc:sldMk cId="0" sldId="279"/>
            <ac:cxnSpMk id="1043" creationId="{00000000-0000-0000-0000-000000000000}"/>
          </ac:cxnSpMkLst>
        </pc:cxnChg>
        <pc:cxnChg chg="del">
          <ac:chgData name="kiran kumar" userId="3042ffa7b2ecd34f" providerId="LiveId" clId="{AFCEA1C2-1BAD-44C3-854A-CCB428287ED1}" dt="2023-12-20T05:08:12.968" v="1731" actId="478"/>
          <ac:cxnSpMkLst>
            <pc:docMk/>
            <pc:sldMk cId="0" sldId="279"/>
            <ac:cxnSpMk id="1044" creationId="{00000000-0000-0000-0000-000000000000}"/>
          </ac:cxnSpMkLst>
        </pc:cxnChg>
      </pc:sldChg>
      <pc:sldChg chg="modSp del mod">
        <pc:chgData name="kiran kumar" userId="3042ffa7b2ecd34f" providerId="LiveId" clId="{AFCEA1C2-1BAD-44C3-854A-CCB428287ED1}" dt="2023-12-22T15:56:53.245" v="5416" actId="47"/>
        <pc:sldMkLst>
          <pc:docMk/>
          <pc:sldMk cId="0" sldId="280"/>
        </pc:sldMkLst>
        <pc:spChg chg="mod">
          <ac:chgData name="kiran kumar" userId="3042ffa7b2ecd34f" providerId="LiveId" clId="{AFCEA1C2-1BAD-44C3-854A-CCB428287ED1}" dt="2023-12-21T13:40:34.661" v="4191" actId="1076"/>
          <ac:spMkLst>
            <pc:docMk/>
            <pc:sldMk cId="0" sldId="280"/>
            <ac:spMk id="1050" creationId="{00000000-0000-0000-0000-000000000000}"/>
          </ac:spMkLst>
        </pc:spChg>
      </pc:sldChg>
      <pc:sldChg chg="del">
        <pc:chgData name="kiran kumar" userId="3042ffa7b2ecd34f" providerId="LiveId" clId="{AFCEA1C2-1BAD-44C3-854A-CCB428287ED1}" dt="2023-12-22T15:56:54.158" v="5417" actId="47"/>
        <pc:sldMkLst>
          <pc:docMk/>
          <pc:sldMk cId="0" sldId="281"/>
        </pc:sldMkLst>
      </pc:sldChg>
      <pc:sldChg chg="del">
        <pc:chgData name="kiran kumar" userId="3042ffa7b2ecd34f" providerId="LiveId" clId="{AFCEA1C2-1BAD-44C3-854A-CCB428287ED1}" dt="2023-12-22T15:56:55.121" v="5418" actId="47"/>
        <pc:sldMkLst>
          <pc:docMk/>
          <pc:sldMk cId="0" sldId="282"/>
        </pc:sldMkLst>
      </pc:sldChg>
      <pc:sldChg chg="addSp delSp modSp mod ord modTransition">
        <pc:chgData name="kiran kumar" userId="3042ffa7b2ecd34f" providerId="LiveId" clId="{AFCEA1C2-1BAD-44C3-854A-CCB428287ED1}" dt="2023-12-22T16:12:38.418" v="5560" actId="1076"/>
        <pc:sldMkLst>
          <pc:docMk/>
          <pc:sldMk cId="0" sldId="283"/>
        </pc:sldMkLst>
        <pc:spChg chg="add del mod">
          <ac:chgData name="kiran kumar" userId="3042ffa7b2ecd34f" providerId="LiveId" clId="{AFCEA1C2-1BAD-44C3-854A-CCB428287ED1}" dt="2023-12-22T12:37:29.569" v="4281" actId="478"/>
          <ac:spMkLst>
            <pc:docMk/>
            <pc:sldMk cId="0" sldId="283"/>
            <ac:spMk id="3" creationId="{24DCC51C-190F-3EF5-B18A-E5239506964D}"/>
          </ac:spMkLst>
        </pc:spChg>
        <pc:spChg chg="add mod">
          <ac:chgData name="kiran kumar" userId="3042ffa7b2ecd34f" providerId="LiveId" clId="{AFCEA1C2-1BAD-44C3-854A-CCB428287ED1}" dt="2023-12-22T16:12:38.418" v="5560" actId="1076"/>
          <ac:spMkLst>
            <pc:docMk/>
            <pc:sldMk cId="0" sldId="283"/>
            <ac:spMk id="4" creationId="{1D4E349B-8133-ECB8-9DB7-7EF08216F755}"/>
          </ac:spMkLst>
        </pc:spChg>
        <pc:spChg chg="add mod">
          <ac:chgData name="kiran kumar" userId="3042ffa7b2ecd34f" providerId="LiveId" clId="{AFCEA1C2-1BAD-44C3-854A-CCB428287ED1}" dt="2023-12-22T14:16:22.173" v="5053" actId="1076"/>
          <ac:spMkLst>
            <pc:docMk/>
            <pc:sldMk cId="0" sldId="283"/>
            <ac:spMk id="5" creationId="{6333A90C-B77D-AC14-CC7D-E52F49578D66}"/>
          </ac:spMkLst>
        </pc:spChg>
        <pc:spChg chg="add mod">
          <ac:chgData name="kiran kumar" userId="3042ffa7b2ecd34f" providerId="LiveId" clId="{AFCEA1C2-1BAD-44C3-854A-CCB428287ED1}" dt="2023-12-22T14:19:13.594" v="5084" actId="14100"/>
          <ac:spMkLst>
            <pc:docMk/>
            <pc:sldMk cId="0" sldId="283"/>
            <ac:spMk id="6" creationId="{BB2BEAC1-6559-2385-9CFA-142B9233E3D6}"/>
          </ac:spMkLst>
        </pc:spChg>
        <pc:spChg chg="add mod">
          <ac:chgData name="kiran kumar" userId="3042ffa7b2ecd34f" providerId="LiveId" clId="{AFCEA1C2-1BAD-44C3-854A-CCB428287ED1}" dt="2023-12-22T14:19:40.323" v="5088" actId="1076"/>
          <ac:spMkLst>
            <pc:docMk/>
            <pc:sldMk cId="0" sldId="283"/>
            <ac:spMk id="7" creationId="{120FFB98-0551-3B6D-5816-83E52EDAF599}"/>
          </ac:spMkLst>
        </pc:spChg>
        <pc:spChg chg="add mod">
          <ac:chgData name="kiran kumar" userId="3042ffa7b2ecd34f" providerId="LiveId" clId="{AFCEA1C2-1BAD-44C3-854A-CCB428287ED1}" dt="2023-12-22T14:20:01.636" v="5092" actId="1076"/>
          <ac:spMkLst>
            <pc:docMk/>
            <pc:sldMk cId="0" sldId="283"/>
            <ac:spMk id="8" creationId="{D44C6C80-AA31-484E-67D6-BA12C251C95E}"/>
          </ac:spMkLst>
        </pc:spChg>
        <pc:spChg chg="add mod">
          <ac:chgData name="kiran kumar" userId="3042ffa7b2ecd34f" providerId="LiveId" clId="{AFCEA1C2-1BAD-44C3-854A-CCB428287ED1}" dt="2023-12-22T14:20:17.262" v="5095" actId="1076"/>
          <ac:spMkLst>
            <pc:docMk/>
            <pc:sldMk cId="0" sldId="283"/>
            <ac:spMk id="9" creationId="{A4294147-B765-54B0-A480-415F1D151507}"/>
          </ac:spMkLst>
        </pc:spChg>
        <pc:spChg chg="add mod">
          <ac:chgData name="kiran kumar" userId="3042ffa7b2ecd34f" providerId="LiveId" clId="{AFCEA1C2-1BAD-44C3-854A-CCB428287ED1}" dt="2023-12-22T14:21:07.465" v="5106" actId="14100"/>
          <ac:spMkLst>
            <pc:docMk/>
            <pc:sldMk cId="0" sldId="283"/>
            <ac:spMk id="10" creationId="{5DA3D6D2-170C-CF1F-62A2-820D8EEA5AF8}"/>
          </ac:spMkLst>
        </pc:spChg>
        <pc:spChg chg="add mod">
          <ac:chgData name="kiran kumar" userId="3042ffa7b2ecd34f" providerId="LiveId" clId="{AFCEA1C2-1BAD-44C3-854A-CCB428287ED1}" dt="2023-12-22T14:21:26.339" v="5110" actId="1076"/>
          <ac:spMkLst>
            <pc:docMk/>
            <pc:sldMk cId="0" sldId="283"/>
            <ac:spMk id="11" creationId="{161D4627-71A5-07DC-9475-339F7BB23BA3}"/>
          </ac:spMkLst>
        </pc:spChg>
        <pc:spChg chg="add mod">
          <ac:chgData name="kiran kumar" userId="3042ffa7b2ecd34f" providerId="LiveId" clId="{AFCEA1C2-1BAD-44C3-854A-CCB428287ED1}" dt="2023-12-22T14:22:48.545" v="5121" actId="20577"/>
          <ac:spMkLst>
            <pc:docMk/>
            <pc:sldMk cId="0" sldId="283"/>
            <ac:spMk id="12" creationId="{04AE76CF-1E5E-72A2-784B-4AF41CF77EFF}"/>
          </ac:spMkLst>
        </pc:spChg>
        <pc:spChg chg="add mod">
          <ac:chgData name="kiran kumar" userId="3042ffa7b2ecd34f" providerId="LiveId" clId="{AFCEA1C2-1BAD-44C3-854A-CCB428287ED1}" dt="2023-12-22T14:22:31.793" v="5117" actId="1076"/>
          <ac:spMkLst>
            <pc:docMk/>
            <pc:sldMk cId="0" sldId="283"/>
            <ac:spMk id="13" creationId="{421B7AF3-EB80-AC36-986F-C585CC8F6FB9}"/>
          </ac:spMkLst>
        </pc:spChg>
        <pc:spChg chg="add mod">
          <ac:chgData name="kiran kumar" userId="3042ffa7b2ecd34f" providerId="LiveId" clId="{AFCEA1C2-1BAD-44C3-854A-CCB428287ED1}" dt="2023-12-22T14:23:09.179" v="5124" actId="1076"/>
          <ac:spMkLst>
            <pc:docMk/>
            <pc:sldMk cId="0" sldId="283"/>
            <ac:spMk id="14" creationId="{DD69F359-931F-EBA7-3DB5-37BC50AAB89E}"/>
          </ac:spMkLst>
        </pc:spChg>
        <pc:spChg chg="add mod">
          <ac:chgData name="kiran kumar" userId="3042ffa7b2ecd34f" providerId="LiveId" clId="{AFCEA1C2-1BAD-44C3-854A-CCB428287ED1}" dt="2023-12-22T14:23:17.209" v="5126" actId="255"/>
          <ac:spMkLst>
            <pc:docMk/>
            <pc:sldMk cId="0" sldId="283"/>
            <ac:spMk id="15" creationId="{C7233514-41A3-B274-F2F3-8D57237CE95B}"/>
          </ac:spMkLst>
        </pc:spChg>
        <pc:spChg chg="del">
          <ac:chgData name="kiran kumar" userId="3042ffa7b2ecd34f" providerId="LiveId" clId="{AFCEA1C2-1BAD-44C3-854A-CCB428287ED1}" dt="2023-12-22T12:37:25.498" v="4280" actId="478"/>
          <ac:spMkLst>
            <pc:docMk/>
            <pc:sldMk cId="0" sldId="283"/>
            <ac:spMk id="1103" creationId="{00000000-0000-0000-0000-000000000000}"/>
          </ac:spMkLst>
        </pc:spChg>
        <pc:spChg chg="del mod">
          <ac:chgData name="kiran kumar" userId="3042ffa7b2ecd34f" providerId="LiveId" clId="{AFCEA1C2-1BAD-44C3-854A-CCB428287ED1}" dt="2023-12-22T12:37:08.739" v="4275" actId="478"/>
          <ac:spMkLst>
            <pc:docMk/>
            <pc:sldMk cId="0" sldId="283"/>
            <ac:spMk id="1125" creationId="{00000000-0000-0000-0000-000000000000}"/>
          </ac:spMkLst>
        </pc:spChg>
        <pc:spChg chg="del mod">
          <ac:chgData name="kiran kumar" userId="3042ffa7b2ecd34f" providerId="LiveId" clId="{AFCEA1C2-1BAD-44C3-854A-CCB428287ED1}" dt="2023-12-22T12:37:11.653" v="4276" actId="478"/>
          <ac:spMkLst>
            <pc:docMk/>
            <pc:sldMk cId="0" sldId="283"/>
            <ac:spMk id="1126" creationId="{00000000-0000-0000-0000-000000000000}"/>
          </ac:spMkLst>
        </pc:spChg>
        <pc:spChg chg="del">
          <ac:chgData name="kiran kumar" userId="3042ffa7b2ecd34f" providerId="LiveId" clId="{AFCEA1C2-1BAD-44C3-854A-CCB428287ED1}" dt="2023-12-22T12:36:53.667" v="4269" actId="478"/>
          <ac:spMkLst>
            <pc:docMk/>
            <pc:sldMk cId="0" sldId="283"/>
            <ac:spMk id="1127" creationId="{00000000-0000-0000-0000-000000000000}"/>
          </ac:spMkLst>
        </pc:spChg>
        <pc:spChg chg="del">
          <ac:chgData name="kiran kumar" userId="3042ffa7b2ecd34f" providerId="LiveId" clId="{AFCEA1C2-1BAD-44C3-854A-CCB428287ED1}" dt="2023-12-22T12:37:01.978" v="4272" actId="478"/>
          <ac:spMkLst>
            <pc:docMk/>
            <pc:sldMk cId="0" sldId="283"/>
            <ac:spMk id="1128" creationId="{00000000-0000-0000-0000-000000000000}"/>
          </ac:spMkLst>
        </pc:spChg>
        <pc:spChg chg="del">
          <ac:chgData name="kiran kumar" userId="3042ffa7b2ecd34f" providerId="LiveId" clId="{AFCEA1C2-1BAD-44C3-854A-CCB428287ED1}" dt="2023-12-22T12:36:42.991" v="4264" actId="478"/>
          <ac:spMkLst>
            <pc:docMk/>
            <pc:sldMk cId="0" sldId="283"/>
            <ac:spMk id="1129" creationId="{00000000-0000-0000-0000-000000000000}"/>
          </ac:spMkLst>
        </pc:spChg>
        <pc:spChg chg="del">
          <ac:chgData name="kiran kumar" userId="3042ffa7b2ecd34f" providerId="LiveId" clId="{AFCEA1C2-1BAD-44C3-854A-CCB428287ED1}" dt="2023-12-22T12:36:49.396" v="4267" actId="478"/>
          <ac:spMkLst>
            <pc:docMk/>
            <pc:sldMk cId="0" sldId="283"/>
            <ac:spMk id="1130" creationId="{00000000-0000-0000-0000-000000000000}"/>
          </ac:spMkLst>
        </pc:spChg>
        <pc:spChg chg="del">
          <ac:chgData name="kiran kumar" userId="3042ffa7b2ecd34f" providerId="LiveId" clId="{AFCEA1C2-1BAD-44C3-854A-CCB428287ED1}" dt="2023-12-22T12:36:59.148" v="4271" actId="478"/>
          <ac:spMkLst>
            <pc:docMk/>
            <pc:sldMk cId="0" sldId="283"/>
            <ac:spMk id="1131" creationId="{00000000-0000-0000-0000-000000000000}"/>
          </ac:spMkLst>
        </pc:spChg>
        <pc:spChg chg="del">
          <ac:chgData name="kiran kumar" userId="3042ffa7b2ecd34f" providerId="LiveId" clId="{AFCEA1C2-1BAD-44C3-854A-CCB428287ED1}" dt="2023-12-22T12:37:15.176" v="4277" actId="478"/>
          <ac:spMkLst>
            <pc:docMk/>
            <pc:sldMk cId="0" sldId="283"/>
            <ac:spMk id="1132" creationId="{00000000-0000-0000-0000-000000000000}"/>
          </ac:spMkLst>
        </pc:spChg>
        <pc:spChg chg="del">
          <ac:chgData name="kiran kumar" userId="3042ffa7b2ecd34f" providerId="LiveId" clId="{AFCEA1C2-1BAD-44C3-854A-CCB428287ED1}" dt="2023-12-22T12:36:41.220" v="4263" actId="478"/>
          <ac:spMkLst>
            <pc:docMk/>
            <pc:sldMk cId="0" sldId="283"/>
            <ac:spMk id="1133" creationId="{00000000-0000-0000-0000-000000000000}"/>
          </ac:spMkLst>
        </pc:spChg>
        <pc:spChg chg="del">
          <ac:chgData name="kiran kumar" userId="3042ffa7b2ecd34f" providerId="LiveId" clId="{AFCEA1C2-1BAD-44C3-854A-CCB428287ED1}" dt="2023-12-22T12:37:18.834" v="4278" actId="478"/>
          <ac:spMkLst>
            <pc:docMk/>
            <pc:sldMk cId="0" sldId="283"/>
            <ac:spMk id="1134" creationId="{00000000-0000-0000-0000-000000000000}"/>
          </ac:spMkLst>
        </pc:spChg>
        <pc:spChg chg="del">
          <ac:chgData name="kiran kumar" userId="3042ffa7b2ecd34f" providerId="LiveId" clId="{AFCEA1C2-1BAD-44C3-854A-CCB428287ED1}" dt="2023-12-22T12:36:47.678" v="4266" actId="478"/>
          <ac:spMkLst>
            <pc:docMk/>
            <pc:sldMk cId="0" sldId="283"/>
            <ac:spMk id="1135" creationId="{00000000-0000-0000-0000-000000000000}"/>
          </ac:spMkLst>
        </pc:spChg>
        <pc:spChg chg="del">
          <ac:chgData name="kiran kumar" userId="3042ffa7b2ecd34f" providerId="LiveId" clId="{AFCEA1C2-1BAD-44C3-854A-CCB428287ED1}" dt="2023-12-22T12:37:21.964" v="4279" actId="478"/>
          <ac:spMkLst>
            <pc:docMk/>
            <pc:sldMk cId="0" sldId="283"/>
            <ac:spMk id="1136" creationId="{00000000-0000-0000-0000-000000000000}"/>
          </ac:spMkLst>
        </pc:spChg>
        <pc:grpChg chg="del mod">
          <ac:chgData name="kiran kumar" userId="3042ffa7b2ecd34f" providerId="LiveId" clId="{AFCEA1C2-1BAD-44C3-854A-CCB428287ED1}" dt="2023-12-22T12:36:38.760" v="4262" actId="478"/>
          <ac:grpSpMkLst>
            <pc:docMk/>
            <pc:sldMk cId="0" sldId="283"/>
            <ac:grpSpMk id="1104" creationId="{00000000-0000-0000-0000-000000000000}"/>
          </ac:grpSpMkLst>
        </pc:grpChg>
        <pc:grpChg chg="del">
          <ac:chgData name="kiran kumar" userId="3042ffa7b2ecd34f" providerId="LiveId" clId="{AFCEA1C2-1BAD-44C3-854A-CCB428287ED1}" dt="2023-12-22T12:36:45.473" v="4265" actId="478"/>
          <ac:grpSpMkLst>
            <pc:docMk/>
            <pc:sldMk cId="0" sldId="283"/>
            <ac:grpSpMk id="1107" creationId="{00000000-0000-0000-0000-000000000000}"/>
          </ac:grpSpMkLst>
        </pc:grpChg>
        <pc:grpChg chg="del mod">
          <ac:chgData name="kiran kumar" userId="3042ffa7b2ecd34f" providerId="LiveId" clId="{AFCEA1C2-1BAD-44C3-854A-CCB428287ED1}" dt="2023-12-22T12:36:55.921" v="4270" actId="478"/>
          <ac:grpSpMkLst>
            <pc:docMk/>
            <pc:sldMk cId="0" sldId="283"/>
            <ac:grpSpMk id="1118" creationId="{00000000-0000-0000-0000-000000000000}"/>
          </ac:grpSpMkLst>
        </pc:grpChg>
        <pc:grpChg chg="del">
          <ac:chgData name="kiran kumar" userId="3042ffa7b2ecd34f" providerId="LiveId" clId="{AFCEA1C2-1BAD-44C3-854A-CCB428287ED1}" dt="2023-12-22T12:36:51.547" v="4268" actId="478"/>
          <ac:grpSpMkLst>
            <pc:docMk/>
            <pc:sldMk cId="0" sldId="283"/>
            <ac:grpSpMk id="1121" creationId="{00000000-0000-0000-0000-000000000000}"/>
          </ac:grpSpMkLst>
        </pc:grpChg>
      </pc:sldChg>
      <pc:sldChg chg="del">
        <pc:chgData name="kiran kumar" userId="3042ffa7b2ecd34f" providerId="LiveId" clId="{AFCEA1C2-1BAD-44C3-854A-CCB428287ED1}" dt="2023-12-22T15:56:56.240" v="5419" actId="47"/>
        <pc:sldMkLst>
          <pc:docMk/>
          <pc:sldMk cId="0" sldId="284"/>
        </pc:sldMkLst>
      </pc:sldChg>
      <pc:sldChg chg="del">
        <pc:chgData name="kiran kumar" userId="3042ffa7b2ecd34f" providerId="LiveId" clId="{AFCEA1C2-1BAD-44C3-854A-CCB428287ED1}" dt="2023-12-22T15:56:57.467" v="5420" actId="47"/>
        <pc:sldMkLst>
          <pc:docMk/>
          <pc:sldMk cId="0" sldId="285"/>
        </pc:sldMkLst>
      </pc:sldChg>
      <pc:sldChg chg="modSp del mod">
        <pc:chgData name="kiran kumar" userId="3042ffa7b2ecd34f" providerId="LiveId" clId="{AFCEA1C2-1BAD-44C3-854A-CCB428287ED1}" dt="2023-12-22T15:56:58.247" v="5421" actId="47"/>
        <pc:sldMkLst>
          <pc:docMk/>
          <pc:sldMk cId="0" sldId="286"/>
        </pc:sldMkLst>
        <pc:spChg chg="mod">
          <ac:chgData name="kiran kumar" userId="3042ffa7b2ecd34f" providerId="LiveId" clId="{AFCEA1C2-1BAD-44C3-854A-CCB428287ED1}" dt="2023-12-21T13:39:16.896" v="4184" actId="1076"/>
          <ac:spMkLst>
            <pc:docMk/>
            <pc:sldMk cId="0" sldId="286"/>
            <ac:spMk id="1207" creationId="{00000000-0000-0000-0000-000000000000}"/>
          </ac:spMkLst>
        </pc:spChg>
      </pc:sldChg>
      <pc:sldChg chg="addSp delSp modSp mod ord modTransition delAnim">
        <pc:chgData name="kiran kumar" userId="3042ffa7b2ecd34f" providerId="LiveId" clId="{AFCEA1C2-1BAD-44C3-854A-CCB428287ED1}" dt="2023-12-22T15:54:04.705" v="5395"/>
        <pc:sldMkLst>
          <pc:docMk/>
          <pc:sldMk cId="0" sldId="287"/>
        </pc:sldMkLst>
        <pc:spChg chg="add del mod">
          <ac:chgData name="kiran kumar" userId="3042ffa7b2ecd34f" providerId="LiveId" clId="{AFCEA1C2-1BAD-44C3-854A-CCB428287ED1}" dt="2023-12-21T13:33:05.038" v="4116" actId="478"/>
          <ac:spMkLst>
            <pc:docMk/>
            <pc:sldMk cId="0" sldId="287"/>
            <ac:spMk id="3" creationId="{C1B31340-F6CF-A1DF-A71B-C5B2A4690BB9}"/>
          </ac:spMkLst>
        </pc:spChg>
        <pc:spChg chg="add mod">
          <ac:chgData name="kiran kumar" userId="3042ffa7b2ecd34f" providerId="LiveId" clId="{AFCEA1C2-1BAD-44C3-854A-CCB428287ED1}" dt="2023-12-21T13:37:03.560" v="4158" actId="1076"/>
          <ac:spMkLst>
            <pc:docMk/>
            <pc:sldMk cId="0" sldId="287"/>
            <ac:spMk id="6" creationId="{4EADD01B-117B-76B0-EFF7-1523361BD030}"/>
          </ac:spMkLst>
        </pc:spChg>
        <pc:spChg chg="del">
          <ac:chgData name="kiran kumar" userId="3042ffa7b2ecd34f" providerId="LiveId" clId="{AFCEA1C2-1BAD-44C3-854A-CCB428287ED1}" dt="2023-12-21T13:33:03.898" v="4115" actId="478"/>
          <ac:spMkLst>
            <pc:docMk/>
            <pc:sldMk cId="0" sldId="287"/>
            <ac:spMk id="1216" creationId="{00000000-0000-0000-0000-000000000000}"/>
          </ac:spMkLst>
        </pc:spChg>
        <pc:spChg chg="del">
          <ac:chgData name="kiran kumar" userId="3042ffa7b2ecd34f" providerId="LiveId" clId="{AFCEA1C2-1BAD-44C3-854A-CCB428287ED1}" dt="2023-12-21T13:32:59.385" v="4114" actId="478"/>
          <ac:spMkLst>
            <pc:docMk/>
            <pc:sldMk cId="0" sldId="287"/>
            <ac:spMk id="1217" creationId="{00000000-0000-0000-0000-000000000000}"/>
          </ac:spMkLst>
        </pc:spChg>
        <pc:picChg chg="add mod">
          <ac:chgData name="kiran kumar" userId="3042ffa7b2ecd34f" providerId="LiveId" clId="{AFCEA1C2-1BAD-44C3-854A-CCB428287ED1}" dt="2023-12-21T13:35:30.759" v="4129" actId="1076"/>
          <ac:picMkLst>
            <pc:docMk/>
            <pc:sldMk cId="0" sldId="287"/>
            <ac:picMk id="5" creationId="{A5C6321C-D886-22EB-2AFA-820C54FBFCAD}"/>
          </ac:picMkLst>
        </pc:picChg>
        <pc:picChg chg="mod">
          <ac:chgData name="kiran kumar" userId="3042ffa7b2ecd34f" providerId="LiveId" clId="{AFCEA1C2-1BAD-44C3-854A-CCB428287ED1}" dt="2023-12-21T13:33:16.369" v="4119" actId="14100"/>
          <ac:picMkLst>
            <pc:docMk/>
            <pc:sldMk cId="0" sldId="287"/>
            <ac:picMk id="1214" creationId="{00000000-0000-0000-0000-000000000000}"/>
          </ac:picMkLst>
        </pc:picChg>
        <pc:picChg chg="del mod">
          <ac:chgData name="kiran kumar" userId="3042ffa7b2ecd34f" providerId="LiveId" clId="{AFCEA1C2-1BAD-44C3-854A-CCB428287ED1}" dt="2023-12-21T13:32:48.953" v="4111" actId="21"/>
          <ac:picMkLst>
            <pc:docMk/>
            <pc:sldMk cId="0" sldId="287"/>
            <ac:picMk id="1215" creationId="{00000000-0000-0000-0000-000000000000}"/>
          </ac:picMkLst>
        </pc:picChg>
      </pc:sldChg>
      <pc:sldChg chg="del">
        <pc:chgData name="kiran kumar" userId="3042ffa7b2ecd34f" providerId="LiveId" clId="{AFCEA1C2-1BAD-44C3-854A-CCB428287ED1}" dt="2023-12-22T15:56:59.336" v="5422" actId="47"/>
        <pc:sldMkLst>
          <pc:docMk/>
          <pc:sldMk cId="0" sldId="288"/>
        </pc:sldMkLst>
      </pc:sldChg>
      <pc:sldChg chg="addSp delSp modSp mod ord modTransition delAnim modNotes">
        <pc:chgData name="kiran kumar" userId="3042ffa7b2ecd34f" providerId="LiveId" clId="{AFCEA1C2-1BAD-44C3-854A-CCB428287ED1}" dt="2023-12-22T15:52:56.929" v="5381"/>
        <pc:sldMkLst>
          <pc:docMk/>
          <pc:sldMk cId="0" sldId="289"/>
        </pc:sldMkLst>
        <pc:spChg chg="add del mod">
          <ac:chgData name="kiran kumar" userId="3042ffa7b2ecd34f" providerId="LiveId" clId="{AFCEA1C2-1BAD-44C3-854A-CCB428287ED1}" dt="2023-12-22T12:37:47.943" v="4286" actId="478"/>
          <ac:spMkLst>
            <pc:docMk/>
            <pc:sldMk cId="0" sldId="289"/>
            <ac:spMk id="3" creationId="{53B882F2-3AC6-7869-6006-BA34C65E6502}"/>
          </ac:spMkLst>
        </pc:spChg>
        <pc:spChg chg="add mod">
          <ac:chgData name="kiran kumar" userId="3042ffa7b2ecd34f" providerId="LiveId" clId="{AFCEA1C2-1BAD-44C3-854A-CCB428287ED1}" dt="2023-12-22T13:39:50.339" v="4673" actId="207"/>
          <ac:spMkLst>
            <pc:docMk/>
            <pc:sldMk cId="0" sldId="289"/>
            <ac:spMk id="4" creationId="{BE1BB0A1-6067-7DED-6036-6313C53C6816}"/>
          </ac:spMkLst>
        </pc:spChg>
        <pc:spChg chg="add mod">
          <ac:chgData name="kiran kumar" userId="3042ffa7b2ecd34f" providerId="LiveId" clId="{AFCEA1C2-1BAD-44C3-854A-CCB428287ED1}" dt="2023-12-22T13:39:12.618" v="4670" actId="20577"/>
          <ac:spMkLst>
            <pc:docMk/>
            <pc:sldMk cId="0" sldId="289"/>
            <ac:spMk id="5" creationId="{63E36B26-21BC-3AE0-F166-5A1CA36DE0C8}"/>
          </ac:spMkLst>
        </pc:spChg>
        <pc:spChg chg="add mod">
          <ac:chgData name="kiran kumar" userId="3042ffa7b2ecd34f" providerId="LiveId" clId="{AFCEA1C2-1BAD-44C3-854A-CCB428287ED1}" dt="2023-12-22T13:39:10.209" v="4669" actId="1076"/>
          <ac:spMkLst>
            <pc:docMk/>
            <pc:sldMk cId="0" sldId="289"/>
            <ac:spMk id="6" creationId="{4C45E74D-DAD0-7500-97A4-564AD2B568DD}"/>
          </ac:spMkLst>
        </pc:spChg>
        <pc:spChg chg="add mod">
          <ac:chgData name="kiran kumar" userId="3042ffa7b2ecd34f" providerId="LiveId" clId="{AFCEA1C2-1BAD-44C3-854A-CCB428287ED1}" dt="2023-12-22T13:39:05.619" v="4668" actId="1076"/>
          <ac:spMkLst>
            <pc:docMk/>
            <pc:sldMk cId="0" sldId="289"/>
            <ac:spMk id="7" creationId="{016A7205-996B-02CD-16B3-8867584EC13E}"/>
          </ac:spMkLst>
        </pc:spChg>
        <pc:spChg chg="del">
          <ac:chgData name="kiran kumar" userId="3042ffa7b2ecd34f" providerId="LiveId" clId="{AFCEA1C2-1BAD-44C3-854A-CCB428287ED1}" dt="2023-12-22T12:37:45.367" v="4285" actId="478"/>
          <ac:spMkLst>
            <pc:docMk/>
            <pc:sldMk cId="0" sldId="289"/>
            <ac:spMk id="1231" creationId="{00000000-0000-0000-0000-000000000000}"/>
          </ac:spMkLst>
        </pc:spChg>
        <pc:spChg chg="del">
          <ac:chgData name="kiran kumar" userId="3042ffa7b2ecd34f" providerId="LiveId" clId="{AFCEA1C2-1BAD-44C3-854A-CCB428287ED1}" dt="2023-12-22T12:37:50.388" v="4287" actId="478"/>
          <ac:spMkLst>
            <pc:docMk/>
            <pc:sldMk cId="0" sldId="289"/>
            <ac:spMk id="1232" creationId="{00000000-0000-0000-0000-000000000000}"/>
          </ac:spMkLst>
        </pc:spChg>
        <pc:picChg chg="del mod">
          <ac:chgData name="kiran kumar" userId="3042ffa7b2ecd34f" providerId="LiveId" clId="{AFCEA1C2-1BAD-44C3-854A-CCB428287ED1}" dt="2023-12-22T12:37:39.782" v="4283" actId="478"/>
          <ac:picMkLst>
            <pc:docMk/>
            <pc:sldMk cId="0" sldId="289"/>
            <ac:picMk id="1230" creationId="{00000000-0000-0000-0000-000000000000}"/>
          </ac:picMkLst>
        </pc:picChg>
        <pc:picChg chg="del">
          <ac:chgData name="kiran kumar" userId="3042ffa7b2ecd34f" providerId="LiveId" clId="{AFCEA1C2-1BAD-44C3-854A-CCB428287ED1}" dt="2023-12-22T12:37:41.753" v="4284" actId="478"/>
          <ac:picMkLst>
            <pc:docMk/>
            <pc:sldMk cId="0" sldId="289"/>
            <ac:picMk id="1233" creationId="{00000000-0000-0000-0000-000000000000}"/>
          </ac:picMkLst>
        </pc:picChg>
      </pc:sldChg>
      <pc:sldChg chg="addSp delSp modSp mod ord modTransition delAnim">
        <pc:chgData name="kiran kumar" userId="3042ffa7b2ecd34f" providerId="LiveId" clId="{AFCEA1C2-1BAD-44C3-854A-CCB428287ED1}" dt="2023-12-22T15:53:07.821" v="5384"/>
        <pc:sldMkLst>
          <pc:docMk/>
          <pc:sldMk cId="0" sldId="290"/>
        </pc:sldMkLst>
        <pc:spChg chg="add del mod">
          <ac:chgData name="kiran kumar" userId="3042ffa7b2ecd34f" providerId="LiveId" clId="{AFCEA1C2-1BAD-44C3-854A-CCB428287ED1}" dt="2023-12-22T12:40:01.843" v="4337" actId="478"/>
          <ac:spMkLst>
            <pc:docMk/>
            <pc:sldMk cId="0" sldId="290"/>
            <ac:spMk id="3" creationId="{7B1FF6F9-D278-29EB-49BB-22ECA2F7A6DB}"/>
          </ac:spMkLst>
        </pc:spChg>
        <pc:spChg chg="add mod">
          <ac:chgData name="kiran kumar" userId="3042ffa7b2ecd34f" providerId="LiveId" clId="{AFCEA1C2-1BAD-44C3-854A-CCB428287ED1}" dt="2023-12-22T14:50:35.088" v="5255" actId="1076"/>
          <ac:spMkLst>
            <pc:docMk/>
            <pc:sldMk cId="0" sldId="290"/>
            <ac:spMk id="4" creationId="{D25C0DBF-3D3F-7451-AFB5-A21F8B4FFCF1}"/>
          </ac:spMkLst>
        </pc:spChg>
        <pc:spChg chg="del">
          <ac:chgData name="kiran kumar" userId="3042ffa7b2ecd34f" providerId="LiveId" clId="{AFCEA1C2-1BAD-44C3-854A-CCB428287ED1}" dt="2023-12-22T12:40:14.765" v="4343" actId="478"/>
          <ac:spMkLst>
            <pc:docMk/>
            <pc:sldMk cId="0" sldId="290"/>
            <ac:spMk id="1238" creationId="{00000000-0000-0000-0000-000000000000}"/>
          </ac:spMkLst>
        </pc:spChg>
        <pc:spChg chg="del">
          <ac:chgData name="kiran kumar" userId="3042ffa7b2ecd34f" providerId="LiveId" clId="{AFCEA1C2-1BAD-44C3-854A-CCB428287ED1}" dt="2023-12-22T12:40:13.033" v="4342" actId="478"/>
          <ac:spMkLst>
            <pc:docMk/>
            <pc:sldMk cId="0" sldId="290"/>
            <ac:spMk id="1239" creationId="{00000000-0000-0000-0000-000000000000}"/>
          </ac:spMkLst>
        </pc:spChg>
        <pc:spChg chg="del mod">
          <ac:chgData name="kiran kumar" userId="3042ffa7b2ecd34f" providerId="LiveId" clId="{AFCEA1C2-1BAD-44C3-854A-CCB428287ED1}" dt="2023-12-22T12:40:10.575" v="4341" actId="478"/>
          <ac:spMkLst>
            <pc:docMk/>
            <pc:sldMk cId="0" sldId="290"/>
            <ac:spMk id="1240" creationId="{00000000-0000-0000-0000-000000000000}"/>
          </ac:spMkLst>
        </pc:spChg>
        <pc:spChg chg="del">
          <ac:chgData name="kiran kumar" userId="3042ffa7b2ecd34f" providerId="LiveId" clId="{AFCEA1C2-1BAD-44C3-854A-CCB428287ED1}" dt="2023-12-22T12:40:16.652" v="4344" actId="478"/>
          <ac:spMkLst>
            <pc:docMk/>
            <pc:sldMk cId="0" sldId="290"/>
            <ac:spMk id="1241" creationId="{00000000-0000-0000-0000-000000000000}"/>
          </ac:spMkLst>
        </pc:spChg>
        <pc:spChg chg="del">
          <ac:chgData name="kiran kumar" userId="3042ffa7b2ecd34f" providerId="LiveId" clId="{AFCEA1C2-1BAD-44C3-854A-CCB428287ED1}" dt="2023-12-22T12:40:06.371" v="4339" actId="478"/>
          <ac:spMkLst>
            <pc:docMk/>
            <pc:sldMk cId="0" sldId="290"/>
            <ac:spMk id="1242" creationId="{00000000-0000-0000-0000-000000000000}"/>
          </ac:spMkLst>
        </pc:spChg>
        <pc:spChg chg="del">
          <ac:chgData name="kiran kumar" userId="3042ffa7b2ecd34f" providerId="LiveId" clId="{AFCEA1C2-1BAD-44C3-854A-CCB428287ED1}" dt="2023-12-22T12:40:23.501" v="4347" actId="478"/>
          <ac:spMkLst>
            <pc:docMk/>
            <pc:sldMk cId="0" sldId="290"/>
            <ac:spMk id="1243" creationId="{00000000-0000-0000-0000-000000000000}"/>
          </ac:spMkLst>
        </pc:spChg>
        <pc:spChg chg="del">
          <ac:chgData name="kiran kumar" userId="3042ffa7b2ecd34f" providerId="LiveId" clId="{AFCEA1C2-1BAD-44C3-854A-CCB428287ED1}" dt="2023-12-22T12:40:28.206" v="4349" actId="478"/>
          <ac:spMkLst>
            <pc:docMk/>
            <pc:sldMk cId="0" sldId="290"/>
            <ac:spMk id="1244" creationId="{00000000-0000-0000-0000-000000000000}"/>
          </ac:spMkLst>
        </pc:spChg>
        <pc:spChg chg="del">
          <ac:chgData name="kiran kumar" userId="3042ffa7b2ecd34f" providerId="LiveId" clId="{AFCEA1C2-1BAD-44C3-854A-CCB428287ED1}" dt="2023-12-22T12:40:25.874" v="4348" actId="478"/>
          <ac:spMkLst>
            <pc:docMk/>
            <pc:sldMk cId="0" sldId="290"/>
            <ac:spMk id="1245" creationId="{00000000-0000-0000-0000-000000000000}"/>
          </ac:spMkLst>
        </pc:spChg>
        <pc:spChg chg="del">
          <ac:chgData name="kiran kumar" userId="3042ffa7b2ecd34f" providerId="LiveId" clId="{AFCEA1C2-1BAD-44C3-854A-CCB428287ED1}" dt="2023-12-22T12:39:58.468" v="4336" actId="478"/>
          <ac:spMkLst>
            <pc:docMk/>
            <pc:sldMk cId="0" sldId="290"/>
            <ac:spMk id="1246" creationId="{00000000-0000-0000-0000-000000000000}"/>
          </ac:spMkLst>
        </pc:spChg>
        <pc:spChg chg="del mod">
          <ac:chgData name="kiran kumar" userId="3042ffa7b2ecd34f" providerId="LiveId" clId="{AFCEA1C2-1BAD-44C3-854A-CCB428287ED1}" dt="2023-12-22T12:40:19.889" v="4345" actId="478"/>
          <ac:spMkLst>
            <pc:docMk/>
            <pc:sldMk cId="0" sldId="290"/>
            <ac:spMk id="1247" creationId="{00000000-0000-0000-0000-000000000000}"/>
          </ac:spMkLst>
        </pc:spChg>
        <pc:spChg chg="del">
          <ac:chgData name="kiran kumar" userId="3042ffa7b2ecd34f" providerId="LiveId" clId="{AFCEA1C2-1BAD-44C3-854A-CCB428287ED1}" dt="2023-12-22T12:40:38.912" v="4352" actId="478"/>
          <ac:spMkLst>
            <pc:docMk/>
            <pc:sldMk cId="0" sldId="290"/>
            <ac:spMk id="1248" creationId="{00000000-0000-0000-0000-000000000000}"/>
          </ac:spMkLst>
        </pc:spChg>
        <pc:spChg chg="del">
          <ac:chgData name="kiran kumar" userId="3042ffa7b2ecd34f" providerId="LiveId" clId="{AFCEA1C2-1BAD-44C3-854A-CCB428287ED1}" dt="2023-12-22T12:40:08.402" v="4340" actId="478"/>
          <ac:spMkLst>
            <pc:docMk/>
            <pc:sldMk cId="0" sldId="290"/>
            <ac:spMk id="1249" creationId="{00000000-0000-0000-0000-000000000000}"/>
          </ac:spMkLst>
        </pc:spChg>
        <pc:spChg chg="del">
          <ac:chgData name="kiran kumar" userId="3042ffa7b2ecd34f" providerId="LiveId" clId="{AFCEA1C2-1BAD-44C3-854A-CCB428287ED1}" dt="2023-12-22T12:40:04.658" v="4338" actId="478"/>
          <ac:spMkLst>
            <pc:docMk/>
            <pc:sldMk cId="0" sldId="290"/>
            <ac:spMk id="1250" creationId="{00000000-0000-0000-0000-000000000000}"/>
          </ac:spMkLst>
        </pc:spChg>
        <pc:spChg chg="del">
          <ac:chgData name="kiran kumar" userId="3042ffa7b2ecd34f" providerId="LiveId" clId="{AFCEA1C2-1BAD-44C3-854A-CCB428287ED1}" dt="2023-12-22T12:40:33.482" v="4351" actId="478"/>
          <ac:spMkLst>
            <pc:docMk/>
            <pc:sldMk cId="0" sldId="290"/>
            <ac:spMk id="1251" creationId="{00000000-0000-0000-0000-000000000000}"/>
          </ac:spMkLst>
        </pc:spChg>
        <pc:spChg chg="del mod">
          <ac:chgData name="kiran kumar" userId="3042ffa7b2ecd34f" providerId="LiveId" clId="{AFCEA1C2-1BAD-44C3-854A-CCB428287ED1}" dt="2023-12-22T12:40:22.129" v="4346" actId="478"/>
          <ac:spMkLst>
            <pc:docMk/>
            <pc:sldMk cId="0" sldId="290"/>
            <ac:spMk id="1252" creationId="{00000000-0000-0000-0000-000000000000}"/>
          </ac:spMkLst>
        </pc:spChg>
        <pc:spChg chg="del">
          <ac:chgData name="kiran kumar" userId="3042ffa7b2ecd34f" providerId="LiveId" clId="{AFCEA1C2-1BAD-44C3-854A-CCB428287ED1}" dt="2023-12-22T12:40:31.093" v="4350" actId="478"/>
          <ac:spMkLst>
            <pc:docMk/>
            <pc:sldMk cId="0" sldId="290"/>
            <ac:spMk id="1253" creationId="{00000000-0000-0000-0000-000000000000}"/>
          </ac:spMkLst>
        </pc:spChg>
        <pc:spChg chg="del">
          <ac:chgData name="kiran kumar" userId="3042ffa7b2ecd34f" providerId="LiveId" clId="{AFCEA1C2-1BAD-44C3-854A-CCB428287ED1}" dt="2023-12-22T12:39:54.671" v="4335" actId="478"/>
          <ac:spMkLst>
            <pc:docMk/>
            <pc:sldMk cId="0" sldId="290"/>
            <ac:spMk id="1254" creationId="{00000000-0000-0000-0000-000000000000}"/>
          </ac:spMkLst>
        </pc:spChg>
        <pc:graphicFrameChg chg="add del modGraphic">
          <ac:chgData name="kiran kumar" userId="3042ffa7b2ecd34f" providerId="LiveId" clId="{AFCEA1C2-1BAD-44C3-854A-CCB428287ED1}" dt="2023-12-22T14:49:48.085" v="5240" actId="27309"/>
          <ac:graphicFrameMkLst>
            <pc:docMk/>
            <pc:sldMk cId="0" sldId="290"/>
            <ac:graphicFrameMk id="7" creationId="{C9C22AB0-C8F4-622A-5427-9175905727A2}"/>
          </ac:graphicFrameMkLst>
        </pc:graphicFrameChg>
        <pc:picChg chg="add mod">
          <ac:chgData name="kiran kumar" userId="3042ffa7b2ecd34f" providerId="LiveId" clId="{AFCEA1C2-1BAD-44C3-854A-CCB428287ED1}" dt="2023-12-22T14:50:46.084" v="5259" actId="1076"/>
          <ac:picMkLst>
            <pc:docMk/>
            <pc:sldMk cId="0" sldId="290"/>
            <ac:picMk id="5" creationId="{B883D312-1A13-AF18-0D6A-14F1D7DD4BA5}"/>
          </ac:picMkLst>
        </pc:picChg>
        <pc:picChg chg="del mod">
          <ac:chgData name="kiran kumar" userId="3042ffa7b2ecd34f" providerId="LiveId" clId="{AFCEA1C2-1BAD-44C3-854A-CCB428287ED1}" dt="2023-12-22T12:39:50.484" v="4334" actId="478"/>
          <ac:picMkLst>
            <pc:docMk/>
            <pc:sldMk cId="0" sldId="290"/>
            <ac:picMk id="1255" creationId="{00000000-0000-0000-0000-000000000000}"/>
          </ac:picMkLst>
        </pc:picChg>
      </pc:sldChg>
      <pc:sldChg chg="del">
        <pc:chgData name="kiran kumar" userId="3042ffa7b2ecd34f" providerId="LiveId" clId="{AFCEA1C2-1BAD-44C3-854A-CCB428287ED1}" dt="2023-12-22T15:57:00.078" v="5423" actId="47"/>
        <pc:sldMkLst>
          <pc:docMk/>
          <pc:sldMk cId="0" sldId="291"/>
        </pc:sldMkLst>
      </pc:sldChg>
      <pc:sldChg chg="addSp delSp modSp mod ord modTransition setBg delAnim modNotes">
        <pc:chgData name="kiran kumar" userId="3042ffa7b2ecd34f" providerId="LiveId" clId="{AFCEA1C2-1BAD-44C3-854A-CCB428287ED1}" dt="2023-12-22T16:57:56.213" v="5638"/>
        <pc:sldMkLst>
          <pc:docMk/>
          <pc:sldMk cId="0" sldId="292"/>
        </pc:sldMkLst>
        <pc:spChg chg="add del mod">
          <ac:chgData name="kiran kumar" userId="3042ffa7b2ecd34f" providerId="LiveId" clId="{AFCEA1C2-1BAD-44C3-854A-CCB428287ED1}" dt="2023-12-19T16:44:15.965" v="173" actId="478"/>
          <ac:spMkLst>
            <pc:docMk/>
            <pc:sldMk cId="0" sldId="292"/>
            <ac:spMk id="3" creationId="{79BC1A08-BB89-F068-58A1-72A172B3C542}"/>
          </ac:spMkLst>
        </pc:spChg>
        <pc:spChg chg="add del mod">
          <ac:chgData name="kiran kumar" userId="3042ffa7b2ecd34f" providerId="LiveId" clId="{AFCEA1C2-1BAD-44C3-854A-CCB428287ED1}" dt="2023-12-19T16:44:18.537" v="175" actId="478"/>
          <ac:spMkLst>
            <pc:docMk/>
            <pc:sldMk cId="0" sldId="292"/>
            <ac:spMk id="5" creationId="{655D3383-FCB7-458B-4C5B-010A90F6C830}"/>
          </ac:spMkLst>
        </pc:spChg>
        <pc:spChg chg="add del mod">
          <ac:chgData name="kiran kumar" userId="3042ffa7b2ecd34f" providerId="LiveId" clId="{AFCEA1C2-1BAD-44C3-854A-CCB428287ED1}" dt="2023-12-19T16:44:27.963" v="179" actId="478"/>
          <ac:spMkLst>
            <pc:docMk/>
            <pc:sldMk cId="0" sldId="292"/>
            <ac:spMk id="7" creationId="{4F79CE11-42A3-2E59-25C9-F40B1F1485F9}"/>
          </ac:spMkLst>
        </pc:spChg>
        <pc:spChg chg="add del mod">
          <ac:chgData name="kiran kumar" userId="3042ffa7b2ecd34f" providerId="LiveId" clId="{AFCEA1C2-1BAD-44C3-854A-CCB428287ED1}" dt="2023-12-19T16:44:34.307" v="181" actId="478"/>
          <ac:spMkLst>
            <pc:docMk/>
            <pc:sldMk cId="0" sldId="292"/>
            <ac:spMk id="9" creationId="{0B1ADF0A-898F-19A6-1E52-5234617CF270}"/>
          </ac:spMkLst>
        </pc:spChg>
        <pc:spChg chg="add del mod">
          <ac:chgData name="kiran kumar" userId="3042ffa7b2ecd34f" providerId="LiveId" clId="{AFCEA1C2-1BAD-44C3-854A-CCB428287ED1}" dt="2023-12-19T16:44:39.467" v="183" actId="478"/>
          <ac:spMkLst>
            <pc:docMk/>
            <pc:sldMk cId="0" sldId="292"/>
            <ac:spMk id="11" creationId="{4E35821E-737A-22D0-DB5D-FE6A2662AF3B}"/>
          </ac:spMkLst>
        </pc:spChg>
        <pc:spChg chg="add del mod">
          <ac:chgData name="kiran kumar" userId="3042ffa7b2ecd34f" providerId="LiveId" clId="{AFCEA1C2-1BAD-44C3-854A-CCB428287ED1}" dt="2023-12-19T16:44:46.604" v="185" actId="478"/>
          <ac:spMkLst>
            <pc:docMk/>
            <pc:sldMk cId="0" sldId="292"/>
            <ac:spMk id="13" creationId="{FDE0B281-404B-E3BE-0BFE-C6D218C02185}"/>
          </ac:spMkLst>
        </pc:spChg>
        <pc:spChg chg="add del mod">
          <ac:chgData name="kiran kumar" userId="3042ffa7b2ecd34f" providerId="LiveId" clId="{AFCEA1C2-1BAD-44C3-854A-CCB428287ED1}" dt="2023-12-19T16:44:52.503" v="187" actId="478"/>
          <ac:spMkLst>
            <pc:docMk/>
            <pc:sldMk cId="0" sldId="292"/>
            <ac:spMk id="15" creationId="{D0E2346D-20B9-6C7A-8293-7479B6025AF0}"/>
          </ac:spMkLst>
        </pc:spChg>
        <pc:spChg chg="add mod">
          <ac:chgData name="kiran kumar" userId="3042ffa7b2ecd34f" providerId="LiveId" clId="{AFCEA1C2-1BAD-44C3-854A-CCB428287ED1}" dt="2023-12-19T18:03:12.484" v="1279" actId="207"/>
          <ac:spMkLst>
            <pc:docMk/>
            <pc:sldMk cId="0" sldId="292"/>
            <ac:spMk id="16" creationId="{E9776D0F-8367-7BB3-6798-0C4141EB6E78}"/>
          </ac:spMkLst>
        </pc:spChg>
        <pc:spChg chg="add mod">
          <ac:chgData name="kiran kumar" userId="3042ffa7b2ecd34f" providerId="LiveId" clId="{AFCEA1C2-1BAD-44C3-854A-CCB428287ED1}" dt="2023-12-19T18:02:28.159" v="1272" actId="207"/>
          <ac:spMkLst>
            <pc:docMk/>
            <pc:sldMk cId="0" sldId="292"/>
            <ac:spMk id="17" creationId="{3D94EAC2-5D9C-CF67-25FE-860D705EC3ED}"/>
          </ac:spMkLst>
        </pc:spChg>
        <pc:spChg chg="add mod">
          <ac:chgData name="kiran kumar" userId="3042ffa7b2ecd34f" providerId="LiveId" clId="{AFCEA1C2-1BAD-44C3-854A-CCB428287ED1}" dt="2023-12-19T18:02:43.202" v="1275" actId="207"/>
          <ac:spMkLst>
            <pc:docMk/>
            <pc:sldMk cId="0" sldId="292"/>
            <ac:spMk id="18" creationId="{B6C3AEF3-F214-EE80-52A0-DD89ED99CDB1}"/>
          </ac:spMkLst>
        </pc:spChg>
        <pc:spChg chg="add mod">
          <ac:chgData name="kiran kumar" userId="3042ffa7b2ecd34f" providerId="LiveId" clId="{AFCEA1C2-1BAD-44C3-854A-CCB428287ED1}" dt="2023-12-19T17:47:57.985" v="642" actId="1076"/>
          <ac:spMkLst>
            <pc:docMk/>
            <pc:sldMk cId="0" sldId="292"/>
            <ac:spMk id="19" creationId="{564F1A49-02FD-F98A-9FAD-8704AE8C146C}"/>
          </ac:spMkLst>
        </pc:spChg>
        <pc:spChg chg="add mod">
          <ac:chgData name="kiran kumar" userId="3042ffa7b2ecd34f" providerId="LiveId" clId="{AFCEA1C2-1BAD-44C3-854A-CCB428287ED1}" dt="2023-12-19T17:47:38.858" v="638" actId="1076"/>
          <ac:spMkLst>
            <pc:docMk/>
            <pc:sldMk cId="0" sldId="292"/>
            <ac:spMk id="20" creationId="{811B9D1E-7C4A-0898-07FA-6B18018FF52D}"/>
          </ac:spMkLst>
        </pc:spChg>
        <pc:spChg chg="add mod">
          <ac:chgData name="kiran kumar" userId="3042ffa7b2ecd34f" providerId="LiveId" clId="{AFCEA1C2-1BAD-44C3-854A-CCB428287ED1}" dt="2023-12-19T17:47:49.835" v="640" actId="1076"/>
          <ac:spMkLst>
            <pc:docMk/>
            <pc:sldMk cId="0" sldId="292"/>
            <ac:spMk id="21" creationId="{02D2F2CD-9802-CE17-6590-7A78CF861D4B}"/>
          </ac:spMkLst>
        </pc:spChg>
        <pc:spChg chg="add mod">
          <ac:chgData name="kiran kumar" userId="3042ffa7b2ecd34f" providerId="LiveId" clId="{AFCEA1C2-1BAD-44C3-854A-CCB428287ED1}" dt="2023-12-19T17:47:45.528" v="639" actId="1076"/>
          <ac:spMkLst>
            <pc:docMk/>
            <pc:sldMk cId="0" sldId="292"/>
            <ac:spMk id="22" creationId="{D8F3DCFC-90F5-7D32-8832-7FEAA8646110}"/>
          </ac:spMkLst>
        </pc:spChg>
        <pc:spChg chg="add mod">
          <ac:chgData name="kiran kumar" userId="3042ffa7b2ecd34f" providerId="LiveId" clId="{AFCEA1C2-1BAD-44C3-854A-CCB428287ED1}" dt="2023-12-19T17:47:36.138" v="637" actId="1076"/>
          <ac:spMkLst>
            <pc:docMk/>
            <pc:sldMk cId="0" sldId="292"/>
            <ac:spMk id="23" creationId="{1802E0C9-10E8-500B-B9C8-CEEC5B680942}"/>
          </ac:spMkLst>
        </pc:spChg>
        <pc:spChg chg="del">
          <ac:chgData name="kiran kumar" userId="3042ffa7b2ecd34f" providerId="LiveId" clId="{AFCEA1C2-1BAD-44C3-854A-CCB428287ED1}" dt="2023-12-19T16:44:51.095" v="186" actId="478"/>
          <ac:spMkLst>
            <pc:docMk/>
            <pc:sldMk cId="0" sldId="292"/>
            <ac:spMk id="1275" creationId="{00000000-0000-0000-0000-000000000000}"/>
          </ac:spMkLst>
        </pc:spChg>
        <pc:spChg chg="del">
          <ac:chgData name="kiran kumar" userId="3042ffa7b2ecd34f" providerId="LiveId" clId="{AFCEA1C2-1BAD-44C3-854A-CCB428287ED1}" dt="2023-12-19T16:44:17.589" v="174" actId="478"/>
          <ac:spMkLst>
            <pc:docMk/>
            <pc:sldMk cId="0" sldId="292"/>
            <ac:spMk id="1299" creationId="{00000000-0000-0000-0000-000000000000}"/>
          </ac:spMkLst>
        </pc:spChg>
        <pc:spChg chg="del">
          <ac:chgData name="kiran kumar" userId="3042ffa7b2ecd34f" providerId="LiveId" clId="{AFCEA1C2-1BAD-44C3-854A-CCB428287ED1}" dt="2023-12-19T16:44:26.494" v="178" actId="478"/>
          <ac:spMkLst>
            <pc:docMk/>
            <pc:sldMk cId="0" sldId="292"/>
            <ac:spMk id="1300" creationId="{00000000-0000-0000-0000-000000000000}"/>
          </ac:spMkLst>
        </pc:spChg>
        <pc:spChg chg="del">
          <ac:chgData name="kiran kumar" userId="3042ffa7b2ecd34f" providerId="LiveId" clId="{AFCEA1C2-1BAD-44C3-854A-CCB428287ED1}" dt="2023-12-19T16:44:37.005" v="182" actId="478"/>
          <ac:spMkLst>
            <pc:docMk/>
            <pc:sldMk cId="0" sldId="292"/>
            <ac:spMk id="1301" creationId="{00000000-0000-0000-0000-000000000000}"/>
          </ac:spMkLst>
        </pc:spChg>
        <pc:spChg chg="del">
          <ac:chgData name="kiran kumar" userId="3042ffa7b2ecd34f" providerId="LiveId" clId="{AFCEA1C2-1BAD-44C3-854A-CCB428287ED1}" dt="2023-12-19T16:44:11.868" v="172" actId="478"/>
          <ac:spMkLst>
            <pc:docMk/>
            <pc:sldMk cId="0" sldId="292"/>
            <ac:spMk id="1302" creationId="{00000000-0000-0000-0000-000000000000}"/>
          </ac:spMkLst>
        </pc:spChg>
        <pc:spChg chg="del">
          <ac:chgData name="kiran kumar" userId="3042ffa7b2ecd34f" providerId="LiveId" clId="{AFCEA1C2-1BAD-44C3-854A-CCB428287ED1}" dt="2023-12-19T16:44:31.119" v="180" actId="478"/>
          <ac:spMkLst>
            <pc:docMk/>
            <pc:sldMk cId="0" sldId="292"/>
            <ac:spMk id="1303" creationId="{00000000-0000-0000-0000-000000000000}"/>
          </ac:spMkLst>
        </pc:spChg>
        <pc:spChg chg="del">
          <ac:chgData name="kiran kumar" userId="3042ffa7b2ecd34f" providerId="LiveId" clId="{AFCEA1C2-1BAD-44C3-854A-CCB428287ED1}" dt="2023-12-19T16:44:44.446" v="184" actId="478"/>
          <ac:spMkLst>
            <pc:docMk/>
            <pc:sldMk cId="0" sldId="292"/>
            <ac:spMk id="1304" creationId="{00000000-0000-0000-0000-000000000000}"/>
          </ac:spMkLst>
        </pc:spChg>
        <pc:grpChg chg="del">
          <ac:chgData name="kiran kumar" userId="3042ffa7b2ecd34f" providerId="LiveId" clId="{AFCEA1C2-1BAD-44C3-854A-CCB428287ED1}" dt="2023-12-19T16:44:22.779" v="177" actId="478"/>
          <ac:grpSpMkLst>
            <pc:docMk/>
            <pc:sldMk cId="0" sldId="292"/>
            <ac:grpSpMk id="1276" creationId="{00000000-0000-0000-0000-000000000000}"/>
          </ac:grpSpMkLst>
        </pc:grpChg>
        <pc:grpChg chg="del">
          <ac:chgData name="kiran kumar" userId="3042ffa7b2ecd34f" providerId="LiveId" clId="{AFCEA1C2-1BAD-44C3-854A-CCB428287ED1}" dt="2023-12-19T16:44:19.947" v="176" actId="478"/>
          <ac:grpSpMkLst>
            <pc:docMk/>
            <pc:sldMk cId="0" sldId="292"/>
            <ac:grpSpMk id="1281" creationId="{00000000-0000-0000-0000-000000000000}"/>
          </ac:grpSpMkLst>
        </pc:grpChg>
        <pc:grpChg chg="del">
          <ac:chgData name="kiran kumar" userId="3042ffa7b2ecd34f" providerId="LiveId" clId="{AFCEA1C2-1BAD-44C3-854A-CCB428287ED1}" dt="2023-12-19T16:44:09.428" v="171" actId="478"/>
          <ac:grpSpMkLst>
            <pc:docMk/>
            <pc:sldMk cId="0" sldId="292"/>
            <ac:grpSpMk id="1292" creationId="{00000000-0000-0000-0000-000000000000}"/>
          </ac:grpSpMkLst>
        </pc:grpChg>
        <pc:picChg chg="add del mod ord">
          <ac:chgData name="kiran kumar" userId="3042ffa7b2ecd34f" providerId="LiveId" clId="{AFCEA1C2-1BAD-44C3-854A-CCB428287ED1}" dt="2023-12-19T17:52:02.420" v="870" actId="931"/>
          <ac:picMkLst>
            <pc:docMk/>
            <pc:sldMk cId="0" sldId="292"/>
            <ac:picMk id="25" creationId="{90E7F181-FE05-7F55-2754-060D1C70D514}"/>
          </ac:picMkLst>
        </pc:picChg>
        <pc:picChg chg="add del mod ord">
          <ac:chgData name="kiran kumar" userId="3042ffa7b2ecd34f" providerId="LiveId" clId="{AFCEA1C2-1BAD-44C3-854A-CCB428287ED1}" dt="2023-12-19T17:58:42.045" v="1264" actId="931"/>
          <ac:picMkLst>
            <pc:docMk/>
            <pc:sldMk cId="0" sldId="292"/>
            <ac:picMk id="27" creationId="{B12AB885-DD85-C84C-F424-5489FB67EFA2}"/>
          </ac:picMkLst>
        </pc:picChg>
        <pc:picChg chg="add mod ord">
          <ac:chgData name="kiran kumar" userId="3042ffa7b2ecd34f" providerId="LiveId" clId="{AFCEA1C2-1BAD-44C3-854A-CCB428287ED1}" dt="2023-12-19T18:02:50.086" v="1277" actId="962"/>
          <ac:picMkLst>
            <pc:docMk/>
            <pc:sldMk cId="0" sldId="292"/>
            <ac:picMk id="28" creationId="{CF2E16FB-5090-4A6C-15C8-1E18F6F8B469}"/>
          </ac:picMkLst>
        </pc:picChg>
      </pc:sldChg>
      <pc:sldChg chg="del">
        <pc:chgData name="kiran kumar" userId="3042ffa7b2ecd34f" providerId="LiveId" clId="{AFCEA1C2-1BAD-44C3-854A-CCB428287ED1}" dt="2023-12-22T15:57:00.804" v="5424" actId="47"/>
        <pc:sldMkLst>
          <pc:docMk/>
          <pc:sldMk cId="0" sldId="293"/>
        </pc:sldMkLst>
      </pc:sldChg>
      <pc:sldChg chg="del">
        <pc:chgData name="kiran kumar" userId="3042ffa7b2ecd34f" providerId="LiveId" clId="{AFCEA1C2-1BAD-44C3-854A-CCB428287ED1}" dt="2023-12-22T15:57:01.750" v="5425" actId="47"/>
        <pc:sldMkLst>
          <pc:docMk/>
          <pc:sldMk cId="0" sldId="294"/>
        </pc:sldMkLst>
      </pc:sldChg>
      <pc:sldChg chg="del">
        <pc:chgData name="kiran kumar" userId="3042ffa7b2ecd34f" providerId="LiveId" clId="{AFCEA1C2-1BAD-44C3-854A-CCB428287ED1}" dt="2023-12-22T15:57:02.479" v="5426" actId="47"/>
        <pc:sldMkLst>
          <pc:docMk/>
          <pc:sldMk cId="0" sldId="295"/>
        </pc:sldMkLst>
      </pc:sldChg>
      <pc:sldChg chg="del">
        <pc:chgData name="kiran kumar" userId="3042ffa7b2ecd34f" providerId="LiveId" clId="{AFCEA1C2-1BAD-44C3-854A-CCB428287ED1}" dt="2023-12-22T15:57:03.228" v="5427" actId="47"/>
        <pc:sldMkLst>
          <pc:docMk/>
          <pc:sldMk cId="0" sldId="296"/>
        </pc:sldMkLst>
      </pc:sldChg>
      <pc:sldChg chg="del">
        <pc:chgData name="kiran kumar" userId="3042ffa7b2ecd34f" providerId="LiveId" clId="{AFCEA1C2-1BAD-44C3-854A-CCB428287ED1}" dt="2023-12-22T15:57:03.889" v="5428" actId="47"/>
        <pc:sldMkLst>
          <pc:docMk/>
          <pc:sldMk cId="0" sldId="297"/>
        </pc:sldMkLst>
      </pc:sldChg>
      <pc:sldChg chg="addSp delSp modSp del mod delAnim">
        <pc:chgData name="kiran kumar" userId="3042ffa7b2ecd34f" providerId="LiveId" clId="{AFCEA1C2-1BAD-44C3-854A-CCB428287ED1}" dt="2023-12-22T15:57:04.473" v="5429" actId="47"/>
        <pc:sldMkLst>
          <pc:docMk/>
          <pc:sldMk cId="0" sldId="298"/>
        </pc:sldMkLst>
        <pc:spChg chg="add del mod">
          <ac:chgData name="kiran kumar" userId="3042ffa7b2ecd34f" providerId="LiveId" clId="{AFCEA1C2-1BAD-44C3-854A-CCB428287ED1}" dt="2023-12-22T13:45:48.659" v="4675" actId="478"/>
          <ac:spMkLst>
            <pc:docMk/>
            <pc:sldMk cId="0" sldId="298"/>
            <ac:spMk id="3" creationId="{7886A083-7AA3-92F4-8FFE-8C2F4C2FFF04}"/>
          </ac:spMkLst>
        </pc:spChg>
        <pc:spChg chg="del mod">
          <ac:chgData name="kiran kumar" userId="3042ffa7b2ecd34f" providerId="LiveId" clId="{AFCEA1C2-1BAD-44C3-854A-CCB428287ED1}" dt="2023-12-22T13:45:41.385" v="4674" actId="478"/>
          <ac:spMkLst>
            <pc:docMk/>
            <pc:sldMk cId="0" sldId="298"/>
            <ac:spMk id="1436" creationId="{00000000-0000-0000-0000-000000000000}"/>
          </ac:spMkLst>
        </pc:spChg>
        <pc:grpChg chg="del mod">
          <ac:chgData name="kiran kumar" userId="3042ffa7b2ecd34f" providerId="LiveId" clId="{AFCEA1C2-1BAD-44C3-854A-CCB428287ED1}" dt="2023-12-22T13:45:51.301" v="4676" actId="478"/>
          <ac:grpSpMkLst>
            <pc:docMk/>
            <pc:sldMk cId="0" sldId="298"/>
            <ac:grpSpMk id="1443" creationId="{00000000-0000-0000-0000-000000000000}"/>
          </ac:grpSpMkLst>
        </pc:grpChg>
      </pc:sldChg>
      <pc:sldChg chg="del">
        <pc:chgData name="kiran kumar" userId="3042ffa7b2ecd34f" providerId="LiveId" clId="{AFCEA1C2-1BAD-44C3-854A-CCB428287ED1}" dt="2023-12-22T15:57:05.140" v="5430" actId="47"/>
        <pc:sldMkLst>
          <pc:docMk/>
          <pc:sldMk cId="0" sldId="299"/>
        </pc:sldMkLst>
      </pc:sldChg>
      <pc:sldChg chg="addSp delSp modSp mod ord modTransition delAnim">
        <pc:chgData name="kiran kumar" userId="3042ffa7b2ecd34f" providerId="LiveId" clId="{AFCEA1C2-1BAD-44C3-854A-CCB428287ED1}" dt="2023-12-22T15:53:48.915" v="5392"/>
        <pc:sldMkLst>
          <pc:docMk/>
          <pc:sldMk cId="0" sldId="300"/>
        </pc:sldMkLst>
        <pc:spChg chg="add del mod">
          <ac:chgData name="kiran kumar" userId="3042ffa7b2ecd34f" providerId="LiveId" clId="{AFCEA1C2-1BAD-44C3-854A-CCB428287ED1}" dt="2023-12-22T13:46:02.582" v="4679" actId="478"/>
          <ac:spMkLst>
            <pc:docMk/>
            <pc:sldMk cId="0" sldId="300"/>
            <ac:spMk id="3" creationId="{8C7606C9-A01C-3C64-5ED2-7BF9205C1D02}"/>
          </ac:spMkLst>
        </pc:spChg>
        <pc:spChg chg="add del mod">
          <ac:chgData name="kiran kumar" userId="3042ffa7b2ecd34f" providerId="LiveId" clId="{AFCEA1C2-1BAD-44C3-854A-CCB428287ED1}" dt="2023-12-22T13:46:09.002" v="4682" actId="478"/>
          <ac:spMkLst>
            <pc:docMk/>
            <pc:sldMk cId="0" sldId="300"/>
            <ac:spMk id="5" creationId="{C83E32C5-0AFC-FD07-16B0-E18B72931FFC}"/>
          </ac:spMkLst>
        </pc:spChg>
        <pc:spChg chg="add del mod">
          <ac:chgData name="kiran kumar" userId="3042ffa7b2ecd34f" providerId="LiveId" clId="{AFCEA1C2-1BAD-44C3-854A-CCB428287ED1}" dt="2023-12-22T13:46:15.852" v="4684" actId="478"/>
          <ac:spMkLst>
            <pc:docMk/>
            <pc:sldMk cId="0" sldId="300"/>
            <ac:spMk id="7" creationId="{BF88C73F-01BD-1E55-C4C5-8339370A1B8C}"/>
          </ac:spMkLst>
        </pc:spChg>
        <pc:spChg chg="add del mod">
          <ac:chgData name="kiran kumar" userId="3042ffa7b2ecd34f" providerId="LiveId" clId="{AFCEA1C2-1BAD-44C3-854A-CCB428287ED1}" dt="2023-12-22T13:46:19.630" v="4686" actId="478"/>
          <ac:spMkLst>
            <pc:docMk/>
            <pc:sldMk cId="0" sldId="300"/>
            <ac:spMk id="9" creationId="{F726FE3B-E050-7D86-873B-685F5D5370BC}"/>
          </ac:spMkLst>
        </pc:spChg>
        <pc:spChg chg="add del mod">
          <ac:chgData name="kiran kumar" userId="3042ffa7b2ecd34f" providerId="LiveId" clId="{AFCEA1C2-1BAD-44C3-854A-CCB428287ED1}" dt="2023-12-22T13:46:26.317" v="4689" actId="478"/>
          <ac:spMkLst>
            <pc:docMk/>
            <pc:sldMk cId="0" sldId="300"/>
            <ac:spMk id="11" creationId="{7E2AE04E-5F85-E20F-12CD-1AFFC3EF2BEE}"/>
          </ac:spMkLst>
        </pc:spChg>
        <pc:spChg chg="add del mod">
          <ac:chgData name="kiran kumar" userId="3042ffa7b2ecd34f" providerId="LiveId" clId="{AFCEA1C2-1BAD-44C3-854A-CCB428287ED1}" dt="2023-12-22T13:46:32.690" v="4691" actId="478"/>
          <ac:spMkLst>
            <pc:docMk/>
            <pc:sldMk cId="0" sldId="300"/>
            <ac:spMk id="13" creationId="{55E5D874-C735-3E28-C04B-E0730A00484D}"/>
          </ac:spMkLst>
        </pc:spChg>
        <pc:spChg chg="add del mod">
          <ac:chgData name="kiran kumar" userId="3042ffa7b2ecd34f" providerId="LiveId" clId="{AFCEA1C2-1BAD-44C3-854A-CCB428287ED1}" dt="2023-12-22T13:46:38.386" v="4694" actId="478"/>
          <ac:spMkLst>
            <pc:docMk/>
            <pc:sldMk cId="0" sldId="300"/>
            <ac:spMk id="15" creationId="{F6912F8D-E9AC-2B24-4CC8-B6B5AF9EBCEA}"/>
          </ac:spMkLst>
        </pc:spChg>
        <pc:spChg chg="add del mod">
          <ac:chgData name="kiran kumar" userId="3042ffa7b2ecd34f" providerId="LiveId" clId="{AFCEA1C2-1BAD-44C3-854A-CCB428287ED1}" dt="2023-12-22T13:46:46.218" v="4697" actId="478"/>
          <ac:spMkLst>
            <pc:docMk/>
            <pc:sldMk cId="0" sldId="300"/>
            <ac:spMk id="17" creationId="{88EB72B3-D4CC-AB43-C832-10330128EDF1}"/>
          </ac:spMkLst>
        </pc:spChg>
        <pc:spChg chg="add del mod">
          <ac:chgData name="kiran kumar" userId="3042ffa7b2ecd34f" providerId="LiveId" clId="{AFCEA1C2-1BAD-44C3-854A-CCB428287ED1}" dt="2023-12-22T13:46:50.035" v="4699" actId="478"/>
          <ac:spMkLst>
            <pc:docMk/>
            <pc:sldMk cId="0" sldId="300"/>
            <ac:spMk id="19" creationId="{47DE67B3-C3F0-35B8-C3EE-8F68B1BAE802}"/>
          </ac:spMkLst>
        </pc:spChg>
        <pc:spChg chg="add del mod">
          <ac:chgData name="kiran kumar" userId="3042ffa7b2ecd34f" providerId="LiveId" clId="{AFCEA1C2-1BAD-44C3-854A-CCB428287ED1}" dt="2023-12-22T13:46:55.371" v="4701" actId="478"/>
          <ac:spMkLst>
            <pc:docMk/>
            <pc:sldMk cId="0" sldId="300"/>
            <ac:spMk id="21" creationId="{1B0EDE54-D041-FB3E-22EC-2FB104F24F3C}"/>
          </ac:spMkLst>
        </pc:spChg>
        <pc:spChg chg="add del mod">
          <ac:chgData name="kiran kumar" userId="3042ffa7b2ecd34f" providerId="LiveId" clId="{AFCEA1C2-1BAD-44C3-854A-CCB428287ED1}" dt="2023-12-22T13:47:30.590" v="4709" actId="478"/>
          <ac:spMkLst>
            <pc:docMk/>
            <pc:sldMk cId="0" sldId="300"/>
            <ac:spMk id="23" creationId="{4CC4552D-79AA-9049-C7A2-5678055A2086}"/>
          </ac:spMkLst>
        </pc:spChg>
        <pc:spChg chg="add del mod">
          <ac:chgData name="kiran kumar" userId="3042ffa7b2ecd34f" providerId="LiveId" clId="{AFCEA1C2-1BAD-44C3-854A-CCB428287ED1}" dt="2023-12-22T13:47:53.763" v="4716"/>
          <ac:spMkLst>
            <pc:docMk/>
            <pc:sldMk cId="0" sldId="300"/>
            <ac:spMk id="24" creationId="{5F6D6B99-1C22-43C8-60A6-44F4B93C4B0E}"/>
          </ac:spMkLst>
        </pc:spChg>
        <pc:spChg chg="add mod">
          <ac:chgData name="kiran kumar" userId="3042ffa7b2ecd34f" providerId="LiveId" clId="{AFCEA1C2-1BAD-44C3-854A-CCB428287ED1}" dt="2023-12-22T13:47:51.994" v="4714" actId="14100"/>
          <ac:spMkLst>
            <pc:docMk/>
            <pc:sldMk cId="0" sldId="300"/>
            <ac:spMk id="26" creationId="{E803DBA8-B395-B80E-17AE-A6E6D318B955}"/>
          </ac:spMkLst>
        </pc:spChg>
        <pc:spChg chg="add mod">
          <ac:chgData name="kiran kumar" userId="3042ffa7b2ecd34f" providerId="LiveId" clId="{AFCEA1C2-1BAD-44C3-854A-CCB428287ED1}" dt="2023-12-22T13:50:01.980" v="4752" actId="1076"/>
          <ac:spMkLst>
            <pc:docMk/>
            <pc:sldMk cId="0" sldId="300"/>
            <ac:spMk id="28" creationId="{84590098-06DA-FBEF-904C-54ECC23BB2D7}"/>
          </ac:spMkLst>
        </pc:spChg>
        <pc:spChg chg="add mod">
          <ac:chgData name="kiran kumar" userId="3042ffa7b2ecd34f" providerId="LiveId" clId="{AFCEA1C2-1BAD-44C3-854A-CCB428287ED1}" dt="2023-12-22T13:50:47.757" v="4765" actId="14100"/>
          <ac:spMkLst>
            <pc:docMk/>
            <pc:sldMk cId="0" sldId="300"/>
            <ac:spMk id="30" creationId="{CA99FB3E-0137-7585-4E74-5F4D6C52A96C}"/>
          </ac:spMkLst>
        </pc:spChg>
        <pc:spChg chg="add mod">
          <ac:chgData name="kiran kumar" userId="3042ffa7b2ecd34f" providerId="LiveId" clId="{AFCEA1C2-1BAD-44C3-854A-CCB428287ED1}" dt="2023-12-22T13:51:43.187" v="4776" actId="14100"/>
          <ac:spMkLst>
            <pc:docMk/>
            <pc:sldMk cId="0" sldId="300"/>
            <ac:spMk id="32" creationId="{595315DB-5C82-F699-CCC4-54FAB2B56EA4}"/>
          </ac:spMkLst>
        </pc:spChg>
        <pc:spChg chg="add mod">
          <ac:chgData name="kiran kumar" userId="3042ffa7b2ecd34f" providerId="LiveId" clId="{AFCEA1C2-1BAD-44C3-854A-CCB428287ED1}" dt="2023-12-22T13:53:46.928" v="4805" actId="1076"/>
          <ac:spMkLst>
            <pc:docMk/>
            <pc:sldMk cId="0" sldId="300"/>
            <ac:spMk id="34" creationId="{5123E915-6CB7-399E-8A3C-5A2AD4A9525E}"/>
          </ac:spMkLst>
        </pc:spChg>
        <pc:spChg chg="add mod">
          <ac:chgData name="kiran kumar" userId="3042ffa7b2ecd34f" providerId="LiveId" clId="{AFCEA1C2-1BAD-44C3-854A-CCB428287ED1}" dt="2023-12-22T13:54:26.978" v="4813" actId="1076"/>
          <ac:spMkLst>
            <pc:docMk/>
            <pc:sldMk cId="0" sldId="300"/>
            <ac:spMk id="36" creationId="{8F47E5B8-98E0-7679-C740-5BE9E850CAB5}"/>
          </ac:spMkLst>
        </pc:spChg>
        <pc:spChg chg="add mod">
          <ac:chgData name="kiran kumar" userId="3042ffa7b2ecd34f" providerId="LiveId" clId="{AFCEA1C2-1BAD-44C3-854A-CCB428287ED1}" dt="2023-12-22T13:55:13.336" v="4826" actId="1076"/>
          <ac:spMkLst>
            <pc:docMk/>
            <pc:sldMk cId="0" sldId="300"/>
            <ac:spMk id="38" creationId="{15C629BA-9481-3106-DFDB-E7D16C26F10C}"/>
          </ac:spMkLst>
        </pc:spChg>
        <pc:spChg chg="add mod">
          <ac:chgData name="kiran kumar" userId="3042ffa7b2ecd34f" providerId="LiveId" clId="{AFCEA1C2-1BAD-44C3-854A-CCB428287ED1}" dt="2023-12-22T13:55:36.590" v="4828" actId="1076"/>
          <ac:spMkLst>
            <pc:docMk/>
            <pc:sldMk cId="0" sldId="300"/>
            <ac:spMk id="39" creationId="{3E39A862-D1F3-FD40-6566-27F6EC14C5B2}"/>
          </ac:spMkLst>
        </pc:spChg>
        <pc:spChg chg="add mod">
          <ac:chgData name="kiran kumar" userId="3042ffa7b2ecd34f" providerId="LiveId" clId="{AFCEA1C2-1BAD-44C3-854A-CCB428287ED1}" dt="2023-12-22T13:57:41.504" v="4852" actId="1076"/>
          <ac:spMkLst>
            <pc:docMk/>
            <pc:sldMk cId="0" sldId="300"/>
            <ac:spMk id="40" creationId="{3FAE5A21-D3FD-A358-F648-85F4DEF7E9C8}"/>
          </ac:spMkLst>
        </pc:spChg>
        <pc:spChg chg="add mod">
          <ac:chgData name="kiran kumar" userId="3042ffa7b2ecd34f" providerId="LiveId" clId="{AFCEA1C2-1BAD-44C3-854A-CCB428287ED1}" dt="2023-12-22T13:56:14.384" v="4835" actId="1076"/>
          <ac:spMkLst>
            <pc:docMk/>
            <pc:sldMk cId="0" sldId="300"/>
            <ac:spMk id="41" creationId="{4C667F43-671C-BB86-6978-E6F10E099033}"/>
          </ac:spMkLst>
        </pc:spChg>
        <pc:spChg chg="add mod">
          <ac:chgData name="kiran kumar" userId="3042ffa7b2ecd34f" providerId="LiveId" clId="{AFCEA1C2-1BAD-44C3-854A-CCB428287ED1}" dt="2023-12-22T13:57:33.899" v="4851" actId="1076"/>
          <ac:spMkLst>
            <pc:docMk/>
            <pc:sldMk cId="0" sldId="300"/>
            <ac:spMk id="42" creationId="{8FC6932F-56B9-D022-B944-A003BE6A2521}"/>
          </ac:spMkLst>
        </pc:spChg>
        <pc:spChg chg="add mod">
          <ac:chgData name="kiran kumar" userId="3042ffa7b2ecd34f" providerId="LiveId" clId="{AFCEA1C2-1BAD-44C3-854A-CCB428287ED1}" dt="2023-12-22T13:57:29.172" v="4850" actId="1076"/>
          <ac:spMkLst>
            <pc:docMk/>
            <pc:sldMk cId="0" sldId="300"/>
            <ac:spMk id="43" creationId="{09BE5D83-FC85-04D2-DF8F-63B38772985D}"/>
          </ac:spMkLst>
        </pc:spChg>
        <pc:spChg chg="add mod">
          <ac:chgData name="kiran kumar" userId="3042ffa7b2ecd34f" providerId="LiveId" clId="{AFCEA1C2-1BAD-44C3-854A-CCB428287ED1}" dt="2023-12-22T13:57:47.998" v="4854" actId="14100"/>
          <ac:spMkLst>
            <pc:docMk/>
            <pc:sldMk cId="0" sldId="300"/>
            <ac:spMk id="44" creationId="{5A1A9A6F-09B5-BE7C-9936-144F56AC5CFA}"/>
          </ac:spMkLst>
        </pc:spChg>
        <pc:spChg chg="add mod">
          <ac:chgData name="kiran kumar" userId="3042ffa7b2ecd34f" providerId="LiveId" clId="{AFCEA1C2-1BAD-44C3-854A-CCB428287ED1}" dt="2023-12-22T15:40:10.899" v="5323" actId="255"/>
          <ac:spMkLst>
            <pc:docMk/>
            <pc:sldMk cId="0" sldId="300"/>
            <ac:spMk id="45" creationId="{DAFD65A3-CBE4-5422-A6BF-43190B139078}"/>
          </ac:spMkLst>
        </pc:spChg>
        <pc:spChg chg="add mod">
          <ac:chgData name="kiran kumar" userId="3042ffa7b2ecd34f" providerId="LiveId" clId="{AFCEA1C2-1BAD-44C3-854A-CCB428287ED1}" dt="2023-12-22T15:39:08.289" v="5321" actId="1076"/>
          <ac:spMkLst>
            <pc:docMk/>
            <pc:sldMk cId="0" sldId="300"/>
            <ac:spMk id="46" creationId="{23A19C19-EBFB-79B3-5575-57384439049D}"/>
          </ac:spMkLst>
        </pc:spChg>
        <pc:spChg chg="del">
          <ac:chgData name="kiran kumar" userId="3042ffa7b2ecd34f" providerId="LiveId" clId="{AFCEA1C2-1BAD-44C3-854A-CCB428287ED1}" dt="2023-12-22T13:45:58.411" v="4677" actId="478"/>
          <ac:spMkLst>
            <pc:docMk/>
            <pc:sldMk cId="0" sldId="300"/>
            <ac:spMk id="1478" creationId="{00000000-0000-0000-0000-000000000000}"/>
          </ac:spMkLst>
        </pc:spChg>
        <pc:spChg chg="del">
          <ac:chgData name="kiran kumar" userId="3042ffa7b2ecd34f" providerId="LiveId" clId="{AFCEA1C2-1BAD-44C3-854A-CCB428287ED1}" dt="2023-12-22T13:46:34.754" v="4692" actId="478"/>
          <ac:spMkLst>
            <pc:docMk/>
            <pc:sldMk cId="0" sldId="300"/>
            <ac:spMk id="1480" creationId="{00000000-0000-0000-0000-000000000000}"/>
          </ac:spMkLst>
        </pc:spChg>
        <pc:spChg chg="del">
          <ac:chgData name="kiran kumar" userId="3042ffa7b2ecd34f" providerId="LiveId" clId="{AFCEA1C2-1BAD-44C3-854A-CCB428287ED1}" dt="2023-12-22T13:46:52.807" v="4700" actId="478"/>
          <ac:spMkLst>
            <pc:docMk/>
            <pc:sldMk cId="0" sldId="300"/>
            <ac:spMk id="1485" creationId="{00000000-0000-0000-0000-000000000000}"/>
          </ac:spMkLst>
        </pc:spChg>
        <pc:spChg chg="del">
          <ac:chgData name="kiran kumar" userId="3042ffa7b2ecd34f" providerId="LiveId" clId="{AFCEA1C2-1BAD-44C3-854A-CCB428287ED1}" dt="2023-12-22T13:46:48.663" v="4698" actId="478"/>
          <ac:spMkLst>
            <pc:docMk/>
            <pc:sldMk cId="0" sldId="300"/>
            <ac:spMk id="1486" creationId="{00000000-0000-0000-0000-000000000000}"/>
          </ac:spMkLst>
        </pc:spChg>
        <pc:spChg chg="del">
          <ac:chgData name="kiran kumar" userId="3042ffa7b2ecd34f" providerId="LiveId" clId="{AFCEA1C2-1BAD-44C3-854A-CCB428287ED1}" dt="2023-12-22T13:46:14.323" v="4683" actId="478"/>
          <ac:spMkLst>
            <pc:docMk/>
            <pc:sldMk cId="0" sldId="300"/>
            <ac:spMk id="1487" creationId="{00000000-0000-0000-0000-000000000000}"/>
          </ac:spMkLst>
        </pc:spChg>
        <pc:spChg chg="del">
          <ac:chgData name="kiran kumar" userId="3042ffa7b2ecd34f" providerId="LiveId" clId="{AFCEA1C2-1BAD-44C3-854A-CCB428287ED1}" dt="2023-12-22T13:46:37.035" v="4693" actId="478"/>
          <ac:spMkLst>
            <pc:docMk/>
            <pc:sldMk cId="0" sldId="300"/>
            <ac:spMk id="1488" creationId="{00000000-0000-0000-0000-000000000000}"/>
          </ac:spMkLst>
        </pc:spChg>
        <pc:spChg chg="del">
          <ac:chgData name="kiran kumar" userId="3042ffa7b2ecd34f" providerId="LiveId" clId="{AFCEA1C2-1BAD-44C3-854A-CCB428287ED1}" dt="2023-12-22T13:46:23.184" v="4688" actId="478"/>
          <ac:spMkLst>
            <pc:docMk/>
            <pc:sldMk cId="0" sldId="300"/>
            <ac:spMk id="1489" creationId="{00000000-0000-0000-0000-000000000000}"/>
          </ac:spMkLst>
        </pc:spChg>
        <pc:spChg chg="del">
          <ac:chgData name="kiran kumar" userId="3042ffa7b2ecd34f" providerId="LiveId" clId="{AFCEA1C2-1BAD-44C3-854A-CCB428287ED1}" dt="2023-12-22T13:46:00.895" v="4678" actId="478"/>
          <ac:spMkLst>
            <pc:docMk/>
            <pc:sldMk cId="0" sldId="300"/>
            <ac:spMk id="1490" creationId="{00000000-0000-0000-0000-000000000000}"/>
          </ac:spMkLst>
        </pc:spChg>
        <pc:spChg chg="del">
          <ac:chgData name="kiran kumar" userId="3042ffa7b2ecd34f" providerId="LiveId" clId="{AFCEA1C2-1BAD-44C3-854A-CCB428287ED1}" dt="2023-12-22T13:46:18.301" v="4685" actId="478"/>
          <ac:spMkLst>
            <pc:docMk/>
            <pc:sldMk cId="0" sldId="300"/>
            <ac:spMk id="1491" creationId="{00000000-0000-0000-0000-000000000000}"/>
          </ac:spMkLst>
        </pc:spChg>
        <pc:spChg chg="del">
          <ac:chgData name="kiran kumar" userId="3042ffa7b2ecd34f" providerId="LiveId" clId="{AFCEA1C2-1BAD-44C3-854A-CCB428287ED1}" dt="2023-12-22T13:46:07.722" v="4681" actId="478"/>
          <ac:spMkLst>
            <pc:docMk/>
            <pc:sldMk cId="0" sldId="300"/>
            <ac:spMk id="1492" creationId="{00000000-0000-0000-0000-000000000000}"/>
          </ac:spMkLst>
        </pc:spChg>
        <pc:spChg chg="del">
          <ac:chgData name="kiran kumar" userId="3042ffa7b2ecd34f" providerId="LiveId" clId="{AFCEA1C2-1BAD-44C3-854A-CCB428287ED1}" dt="2023-12-22T13:46:31.435" v="4690" actId="478"/>
          <ac:spMkLst>
            <pc:docMk/>
            <pc:sldMk cId="0" sldId="300"/>
            <ac:spMk id="1493" creationId="{00000000-0000-0000-0000-000000000000}"/>
          </ac:spMkLst>
        </pc:spChg>
        <pc:spChg chg="del">
          <ac:chgData name="kiran kumar" userId="3042ffa7b2ecd34f" providerId="LiveId" clId="{AFCEA1C2-1BAD-44C3-854A-CCB428287ED1}" dt="2023-12-22T13:46:43.544" v="4696" actId="478"/>
          <ac:spMkLst>
            <pc:docMk/>
            <pc:sldMk cId="0" sldId="300"/>
            <ac:spMk id="1494" creationId="{00000000-0000-0000-0000-000000000000}"/>
          </ac:spMkLst>
        </pc:spChg>
        <pc:grpChg chg="del">
          <ac:chgData name="kiran kumar" userId="3042ffa7b2ecd34f" providerId="LiveId" clId="{AFCEA1C2-1BAD-44C3-854A-CCB428287ED1}" dt="2023-12-22T13:46:20.842" v="4687" actId="478"/>
          <ac:grpSpMkLst>
            <pc:docMk/>
            <pc:sldMk cId="0" sldId="300"/>
            <ac:grpSpMk id="1482" creationId="{00000000-0000-0000-0000-000000000000}"/>
          </ac:grpSpMkLst>
        </pc:grpChg>
        <pc:graphicFrameChg chg="add del mod">
          <ac:chgData name="kiran kumar" userId="3042ffa7b2ecd34f" providerId="LiveId" clId="{AFCEA1C2-1BAD-44C3-854A-CCB428287ED1}" dt="2023-12-22T13:47:30.590" v="4709" actId="478"/>
          <ac:graphicFrameMkLst>
            <pc:docMk/>
            <pc:sldMk cId="0" sldId="300"/>
            <ac:graphicFrameMk id="22" creationId="{D5BE3483-8154-CF97-BC7F-00F54B8A30B8}"/>
          </ac:graphicFrameMkLst>
        </pc:graphicFrameChg>
        <pc:graphicFrameChg chg="add mod modGraphic">
          <ac:chgData name="kiran kumar" userId="3042ffa7b2ecd34f" providerId="LiveId" clId="{AFCEA1C2-1BAD-44C3-854A-CCB428287ED1}" dt="2023-12-22T13:52:43.908" v="4790" actId="1076"/>
          <ac:graphicFrameMkLst>
            <pc:docMk/>
            <pc:sldMk cId="0" sldId="300"/>
            <ac:graphicFrameMk id="25" creationId="{96D402DD-6006-A65D-DEC0-64551BED6371}"/>
          </ac:graphicFrameMkLst>
        </pc:graphicFrameChg>
        <pc:graphicFrameChg chg="add mod modGraphic">
          <ac:chgData name="kiran kumar" userId="3042ffa7b2ecd34f" providerId="LiveId" clId="{AFCEA1C2-1BAD-44C3-854A-CCB428287ED1}" dt="2023-12-22T13:52:37.733" v="4789" actId="1076"/>
          <ac:graphicFrameMkLst>
            <pc:docMk/>
            <pc:sldMk cId="0" sldId="300"/>
            <ac:graphicFrameMk id="27" creationId="{DE7E6465-4861-7A89-C537-4935C9836428}"/>
          </ac:graphicFrameMkLst>
        </pc:graphicFrameChg>
        <pc:graphicFrameChg chg="add mod modGraphic">
          <ac:chgData name="kiran kumar" userId="3042ffa7b2ecd34f" providerId="LiveId" clId="{AFCEA1C2-1BAD-44C3-854A-CCB428287ED1}" dt="2023-12-22T13:52:50.883" v="4791" actId="1076"/>
          <ac:graphicFrameMkLst>
            <pc:docMk/>
            <pc:sldMk cId="0" sldId="300"/>
            <ac:graphicFrameMk id="29" creationId="{A70916C1-00A8-6E69-BB0E-11169D0B185E}"/>
          </ac:graphicFrameMkLst>
        </pc:graphicFrameChg>
        <pc:graphicFrameChg chg="add mod modGraphic">
          <ac:chgData name="kiran kumar" userId="3042ffa7b2ecd34f" providerId="LiveId" clId="{AFCEA1C2-1BAD-44C3-854A-CCB428287ED1}" dt="2023-12-22T13:52:08.750" v="4783" actId="1076"/>
          <ac:graphicFrameMkLst>
            <pc:docMk/>
            <pc:sldMk cId="0" sldId="300"/>
            <ac:graphicFrameMk id="31" creationId="{1C8758B2-8C12-4EF1-43B8-D6D0A4D626C6}"/>
          </ac:graphicFrameMkLst>
        </pc:graphicFrameChg>
        <pc:graphicFrameChg chg="add mod">
          <ac:chgData name="kiran kumar" userId="3042ffa7b2ecd34f" providerId="LiveId" clId="{AFCEA1C2-1BAD-44C3-854A-CCB428287ED1}" dt="2023-12-22T13:53:46.928" v="4805" actId="1076"/>
          <ac:graphicFrameMkLst>
            <pc:docMk/>
            <pc:sldMk cId="0" sldId="300"/>
            <ac:graphicFrameMk id="33" creationId="{67919508-0401-0CFD-C941-1C690EE31DB9}"/>
          </ac:graphicFrameMkLst>
        </pc:graphicFrameChg>
        <pc:graphicFrameChg chg="add mod">
          <ac:chgData name="kiran kumar" userId="3042ffa7b2ecd34f" providerId="LiveId" clId="{AFCEA1C2-1BAD-44C3-854A-CCB428287ED1}" dt="2023-12-22T13:54:35.855" v="4814" actId="1076"/>
          <ac:graphicFrameMkLst>
            <pc:docMk/>
            <pc:sldMk cId="0" sldId="300"/>
            <ac:graphicFrameMk id="35" creationId="{BBC9C0E7-6CE8-CAB2-3CC6-3CFC5E1C381C}"/>
          </ac:graphicFrameMkLst>
        </pc:graphicFrameChg>
        <pc:graphicFrameChg chg="add mod">
          <ac:chgData name="kiran kumar" userId="3042ffa7b2ecd34f" providerId="LiveId" clId="{AFCEA1C2-1BAD-44C3-854A-CCB428287ED1}" dt="2023-12-22T13:55:13.336" v="4826" actId="1076"/>
          <ac:graphicFrameMkLst>
            <pc:docMk/>
            <pc:sldMk cId="0" sldId="300"/>
            <ac:graphicFrameMk id="37" creationId="{055DA87A-8489-7655-F6B5-C58F54C57B16}"/>
          </ac:graphicFrameMkLst>
        </pc:graphicFrameChg>
        <pc:cxnChg chg="del">
          <ac:chgData name="kiran kumar" userId="3042ffa7b2ecd34f" providerId="LiveId" clId="{AFCEA1C2-1BAD-44C3-854A-CCB428287ED1}" dt="2023-12-22T13:46:04.377" v="4680" actId="478"/>
          <ac:cxnSpMkLst>
            <pc:docMk/>
            <pc:sldMk cId="0" sldId="300"/>
            <ac:cxnSpMk id="1479" creationId="{00000000-0000-0000-0000-000000000000}"/>
          </ac:cxnSpMkLst>
        </pc:cxnChg>
        <pc:cxnChg chg="del">
          <ac:chgData name="kiran kumar" userId="3042ffa7b2ecd34f" providerId="LiveId" clId="{AFCEA1C2-1BAD-44C3-854A-CCB428287ED1}" dt="2023-12-22T13:46:40.523" v="4695" actId="478"/>
          <ac:cxnSpMkLst>
            <pc:docMk/>
            <pc:sldMk cId="0" sldId="300"/>
            <ac:cxnSpMk id="1481" creationId="{00000000-0000-0000-0000-000000000000}"/>
          </ac:cxnSpMkLst>
        </pc:cxnChg>
      </pc:sldChg>
      <pc:sldChg chg="addSp delSp modSp mod ord modTransition delAnim modNotes">
        <pc:chgData name="kiran kumar" userId="3042ffa7b2ecd34f" providerId="LiveId" clId="{AFCEA1C2-1BAD-44C3-854A-CCB428287ED1}" dt="2023-12-22T15:53:20.354" v="5388"/>
        <pc:sldMkLst>
          <pc:docMk/>
          <pc:sldMk cId="0" sldId="301"/>
        </pc:sldMkLst>
        <pc:spChg chg="add del mod">
          <ac:chgData name="kiran kumar" userId="3042ffa7b2ecd34f" providerId="LiveId" clId="{AFCEA1C2-1BAD-44C3-854A-CCB428287ED1}" dt="2023-12-22T12:43:28.310" v="4419" actId="478"/>
          <ac:spMkLst>
            <pc:docMk/>
            <pc:sldMk cId="0" sldId="301"/>
            <ac:spMk id="3" creationId="{25F2232E-823E-F9A7-77E1-DCFD7E22E8D1}"/>
          </ac:spMkLst>
        </pc:spChg>
        <pc:spChg chg="add mod">
          <ac:chgData name="kiran kumar" userId="3042ffa7b2ecd34f" providerId="LiveId" clId="{AFCEA1C2-1BAD-44C3-854A-CCB428287ED1}" dt="2023-12-22T15:47:46.897" v="5365" actId="1076"/>
          <ac:spMkLst>
            <pc:docMk/>
            <pc:sldMk cId="0" sldId="301"/>
            <ac:spMk id="4" creationId="{33D1CE09-B0E6-F04E-8FE1-AD8A131EAB8F}"/>
          </ac:spMkLst>
        </pc:spChg>
        <pc:spChg chg="add mod">
          <ac:chgData name="kiran kumar" userId="3042ffa7b2ecd34f" providerId="LiveId" clId="{AFCEA1C2-1BAD-44C3-854A-CCB428287ED1}" dt="2023-12-22T15:47:53.206" v="5366" actId="1076"/>
          <ac:spMkLst>
            <pc:docMk/>
            <pc:sldMk cId="0" sldId="301"/>
            <ac:spMk id="5" creationId="{1607DFC6-C395-F17F-8AA4-129CE6E04356}"/>
          </ac:spMkLst>
        </pc:spChg>
        <pc:spChg chg="add mod">
          <ac:chgData name="kiran kumar" userId="3042ffa7b2ecd34f" providerId="LiveId" clId="{AFCEA1C2-1BAD-44C3-854A-CCB428287ED1}" dt="2023-12-22T15:47:30.781" v="5362" actId="14100"/>
          <ac:spMkLst>
            <pc:docMk/>
            <pc:sldMk cId="0" sldId="301"/>
            <ac:spMk id="6" creationId="{B9F186C3-8134-30BA-2A1A-0C948B8C4B14}"/>
          </ac:spMkLst>
        </pc:spChg>
        <pc:spChg chg="del">
          <ac:chgData name="kiran kumar" userId="3042ffa7b2ecd34f" providerId="LiveId" clId="{AFCEA1C2-1BAD-44C3-854A-CCB428287ED1}" dt="2023-12-22T12:43:25.561" v="4418" actId="478"/>
          <ac:spMkLst>
            <pc:docMk/>
            <pc:sldMk cId="0" sldId="301"/>
            <ac:spMk id="1499" creationId="{00000000-0000-0000-0000-000000000000}"/>
          </ac:spMkLst>
        </pc:spChg>
        <pc:spChg chg="del">
          <ac:chgData name="kiran kumar" userId="3042ffa7b2ecd34f" providerId="LiveId" clId="{AFCEA1C2-1BAD-44C3-854A-CCB428287ED1}" dt="2023-12-22T12:43:01.144" v="4406" actId="478"/>
          <ac:spMkLst>
            <pc:docMk/>
            <pc:sldMk cId="0" sldId="301"/>
            <ac:spMk id="1500" creationId="{00000000-0000-0000-0000-000000000000}"/>
          </ac:spMkLst>
        </pc:spChg>
        <pc:spChg chg="del">
          <ac:chgData name="kiran kumar" userId="3042ffa7b2ecd34f" providerId="LiveId" clId="{AFCEA1C2-1BAD-44C3-854A-CCB428287ED1}" dt="2023-12-22T12:43:03.107" v="4407" actId="478"/>
          <ac:spMkLst>
            <pc:docMk/>
            <pc:sldMk cId="0" sldId="301"/>
            <ac:spMk id="1501" creationId="{00000000-0000-0000-0000-000000000000}"/>
          </ac:spMkLst>
        </pc:spChg>
        <pc:spChg chg="del">
          <ac:chgData name="kiran kumar" userId="3042ffa7b2ecd34f" providerId="LiveId" clId="{AFCEA1C2-1BAD-44C3-854A-CCB428287ED1}" dt="2023-12-22T12:42:56.215" v="4404" actId="478"/>
          <ac:spMkLst>
            <pc:docMk/>
            <pc:sldMk cId="0" sldId="301"/>
            <ac:spMk id="1504" creationId="{00000000-0000-0000-0000-000000000000}"/>
          </ac:spMkLst>
        </pc:spChg>
        <pc:spChg chg="del">
          <ac:chgData name="kiran kumar" userId="3042ffa7b2ecd34f" providerId="LiveId" clId="{AFCEA1C2-1BAD-44C3-854A-CCB428287ED1}" dt="2023-12-22T12:42:58.839" v="4405" actId="478"/>
          <ac:spMkLst>
            <pc:docMk/>
            <pc:sldMk cId="0" sldId="301"/>
            <ac:spMk id="1505" creationId="{00000000-0000-0000-0000-000000000000}"/>
          </ac:spMkLst>
        </pc:spChg>
        <pc:spChg chg="del">
          <ac:chgData name="kiran kumar" userId="3042ffa7b2ecd34f" providerId="LiveId" clId="{AFCEA1C2-1BAD-44C3-854A-CCB428287ED1}" dt="2023-12-22T12:43:10.572" v="4410" actId="478"/>
          <ac:spMkLst>
            <pc:docMk/>
            <pc:sldMk cId="0" sldId="301"/>
            <ac:spMk id="1507" creationId="{00000000-0000-0000-0000-000000000000}"/>
          </ac:spMkLst>
        </pc:spChg>
        <pc:spChg chg="del mod">
          <ac:chgData name="kiran kumar" userId="3042ffa7b2ecd34f" providerId="LiveId" clId="{AFCEA1C2-1BAD-44C3-854A-CCB428287ED1}" dt="2023-12-22T12:43:08.580" v="4409" actId="478"/>
          <ac:spMkLst>
            <pc:docMk/>
            <pc:sldMk cId="0" sldId="301"/>
            <ac:spMk id="1508" creationId="{00000000-0000-0000-0000-000000000000}"/>
          </ac:spMkLst>
        </pc:spChg>
        <pc:spChg chg="del">
          <ac:chgData name="kiran kumar" userId="3042ffa7b2ecd34f" providerId="LiveId" clId="{AFCEA1C2-1BAD-44C3-854A-CCB428287ED1}" dt="2023-12-22T12:43:13.983" v="4412" actId="478"/>
          <ac:spMkLst>
            <pc:docMk/>
            <pc:sldMk cId="0" sldId="301"/>
            <ac:spMk id="1510" creationId="{00000000-0000-0000-0000-000000000000}"/>
          </ac:spMkLst>
        </pc:spChg>
        <pc:spChg chg="del">
          <ac:chgData name="kiran kumar" userId="3042ffa7b2ecd34f" providerId="LiveId" clId="{AFCEA1C2-1BAD-44C3-854A-CCB428287ED1}" dt="2023-12-22T12:43:15.617" v="4413" actId="478"/>
          <ac:spMkLst>
            <pc:docMk/>
            <pc:sldMk cId="0" sldId="301"/>
            <ac:spMk id="1511" creationId="{00000000-0000-0000-0000-000000000000}"/>
          </ac:spMkLst>
        </pc:spChg>
        <pc:spChg chg="del">
          <ac:chgData name="kiran kumar" userId="3042ffa7b2ecd34f" providerId="LiveId" clId="{AFCEA1C2-1BAD-44C3-854A-CCB428287ED1}" dt="2023-12-22T12:43:20.211" v="4416" actId="478"/>
          <ac:spMkLst>
            <pc:docMk/>
            <pc:sldMk cId="0" sldId="301"/>
            <ac:spMk id="1513" creationId="{00000000-0000-0000-0000-000000000000}"/>
          </ac:spMkLst>
        </pc:spChg>
        <pc:spChg chg="del">
          <ac:chgData name="kiran kumar" userId="3042ffa7b2ecd34f" providerId="LiveId" clId="{AFCEA1C2-1BAD-44C3-854A-CCB428287ED1}" dt="2023-12-22T12:42:49.292" v="4402" actId="478"/>
          <ac:spMkLst>
            <pc:docMk/>
            <pc:sldMk cId="0" sldId="301"/>
            <ac:spMk id="1514" creationId="{00000000-0000-0000-0000-000000000000}"/>
          </ac:spMkLst>
        </pc:spChg>
        <pc:spChg chg="del">
          <ac:chgData name="kiran kumar" userId="3042ffa7b2ecd34f" providerId="LiveId" clId="{AFCEA1C2-1BAD-44C3-854A-CCB428287ED1}" dt="2023-12-22T12:43:22.065" v="4417" actId="478"/>
          <ac:spMkLst>
            <pc:docMk/>
            <pc:sldMk cId="0" sldId="301"/>
            <ac:spMk id="1515" creationId="{00000000-0000-0000-0000-000000000000}"/>
          </ac:spMkLst>
        </pc:spChg>
        <pc:spChg chg="del">
          <ac:chgData name="kiran kumar" userId="3042ffa7b2ecd34f" providerId="LiveId" clId="{AFCEA1C2-1BAD-44C3-854A-CCB428287ED1}" dt="2023-12-22T12:43:18.654" v="4415" actId="478"/>
          <ac:spMkLst>
            <pc:docMk/>
            <pc:sldMk cId="0" sldId="301"/>
            <ac:spMk id="1516" creationId="{00000000-0000-0000-0000-000000000000}"/>
          </ac:spMkLst>
        </pc:spChg>
        <pc:cxnChg chg="add mod">
          <ac:chgData name="kiran kumar" userId="3042ffa7b2ecd34f" providerId="LiveId" clId="{AFCEA1C2-1BAD-44C3-854A-CCB428287ED1}" dt="2023-12-22T15:48:33.752" v="5371" actId="14100"/>
          <ac:cxnSpMkLst>
            <pc:docMk/>
            <pc:sldMk cId="0" sldId="301"/>
            <ac:cxnSpMk id="7" creationId="{04310805-C7C2-8C5B-F6B6-6EC023473BB8}"/>
          </ac:cxnSpMkLst>
        </pc:cxnChg>
        <pc:cxnChg chg="del">
          <ac:chgData name="kiran kumar" userId="3042ffa7b2ecd34f" providerId="LiveId" clId="{AFCEA1C2-1BAD-44C3-854A-CCB428287ED1}" dt="2023-12-22T12:42:45.207" v="4400" actId="478"/>
          <ac:cxnSpMkLst>
            <pc:docMk/>
            <pc:sldMk cId="0" sldId="301"/>
            <ac:cxnSpMk id="1502" creationId="{00000000-0000-0000-0000-000000000000}"/>
          </ac:cxnSpMkLst>
        </pc:cxnChg>
        <pc:cxnChg chg="del">
          <ac:chgData name="kiran kumar" userId="3042ffa7b2ecd34f" providerId="LiveId" clId="{AFCEA1C2-1BAD-44C3-854A-CCB428287ED1}" dt="2023-12-22T12:42:46.919" v="4401" actId="478"/>
          <ac:cxnSpMkLst>
            <pc:docMk/>
            <pc:sldMk cId="0" sldId="301"/>
            <ac:cxnSpMk id="1503" creationId="{00000000-0000-0000-0000-000000000000}"/>
          </ac:cxnSpMkLst>
        </pc:cxnChg>
        <pc:cxnChg chg="del">
          <ac:chgData name="kiran kumar" userId="3042ffa7b2ecd34f" providerId="LiveId" clId="{AFCEA1C2-1BAD-44C3-854A-CCB428287ED1}" dt="2023-12-22T12:42:51.803" v="4403" actId="478"/>
          <ac:cxnSpMkLst>
            <pc:docMk/>
            <pc:sldMk cId="0" sldId="301"/>
            <ac:cxnSpMk id="1506" creationId="{00000000-0000-0000-0000-000000000000}"/>
          </ac:cxnSpMkLst>
        </pc:cxnChg>
        <pc:cxnChg chg="del">
          <ac:chgData name="kiran kumar" userId="3042ffa7b2ecd34f" providerId="LiveId" clId="{AFCEA1C2-1BAD-44C3-854A-CCB428287ED1}" dt="2023-12-22T12:43:12.104" v="4411" actId="478"/>
          <ac:cxnSpMkLst>
            <pc:docMk/>
            <pc:sldMk cId="0" sldId="301"/>
            <ac:cxnSpMk id="1509" creationId="{00000000-0000-0000-0000-000000000000}"/>
          </ac:cxnSpMkLst>
        </pc:cxnChg>
        <pc:cxnChg chg="del">
          <ac:chgData name="kiran kumar" userId="3042ffa7b2ecd34f" providerId="LiveId" clId="{AFCEA1C2-1BAD-44C3-854A-CCB428287ED1}" dt="2023-12-22T12:43:16.933" v="4414" actId="478"/>
          <ac:cxnSpMkLst>
            <pc:docMk/>
            <pc:sldMk cId="0" sldId="301"/>
            <ac:cxnSpMk id="1512" creationId="{00000000-0000-0000-0000-000000000000}"/>
          </ac:cxnSpMkLst>
        </pc:cxnChg>
      </pc:sldChg>
      <pc:sldChg chg="addSp delSp modSp mod ord modTransition delAnim">
        <pc:chgData name="kiran kumar" userId="3042ffa7b2ecd34f" providerId="LiveId" clId="{AFCEA1C2-1BAD-44C3-854A-CCB428287ED1}" dt="2023-12-22T15:52:49.112" v="5379"/>
        <pc:sldMkLst>
          <pc:docMk/>
          <pc:sldMk cId="0" sldId="302"/>
        </pc:sldMkLst>
        <pc:spChg chg="add del mod">
          <ac:chgData name="kiran kumar" userId="3042ffa7b2ecd34f" providerId="LiveId" clId="{AFCEA1C2-1BAD-44C3-854A-CCB428287ED1}" dt="2023-12-22T12:44:08.155" v="4422"/>
          <ac:spMkLst>
            <pc:docMk/>
            <pc:sldMk cId="0" sldId="302"/>
            <ac:spMk id="2" creationId="{E1A098B1-7617-7C07-C40A-D00F5188AD50}"/>
          </ac:spMkLst>
        </pc:spChg>
        <pc:spChg chg="add mod">
          <ac:chgData name="kiran kumar" userId="3042ffa7b2ecd34f" providerId="LiveId" clId="{AFCEA1C2-1BAD-44C3-854A-CCB428287ED1}" dt="2023-12-22T15:49:21.521" v="5375" actId="1076"/>
          <ac:spMkLst>
            <pc:docMk/>
            <pc:sldMk cId="0" sldId="302"/>
            <ac:spMk id="3" creationId="{AA78D9EF-A0DA-B681-7D5E-7ABC6EC1AFAC}"/>
          </ac:spMkLst>
        </pc:spChg>
        <pc:spChg chg="add del mod">
          <ac:chgData name="kiran kumar" userId="3042ffa7b2ecd34f" providerId="LiveId" clId="{AFCEA1C2-1BAD-44C3-854A-CCB428287ED1}" dt="2023-12-21T14:22:35.431" v="4234" actId="478"/>
          <ac:spMkLst>
            <pc:docMk/>
            <pc:sldMk cId="0" sldId="302"/>
            <ac:spMk id="3" creationId="{AC931BA9-73E1-457F-337C-F8725AFA707B}"/>
          </ac:spMkLst>
        </pc:spChg>
        <pc:spChg chg="add mod">
          <ac:chgData name="kiran kumar" userId="3042ffa7b2ecd34f" providerId="LiveId" clId="{AFCEA1C2-1BAD-44C3-854A-CCB428287ED1}" dt="2023-12-22T12:52:38.333" v="4621" actId="1076"/>
          <ac:spMkLst>
            <pc:docMk/>
            <pc:sldMk cId="0" sldId="302"/>
            <ac:spMk id="4" creationId="{7CDD15CA-ED0E-9FDA-E4C5-D307E20CE903}"/>
          </ac:spMkLst>
        </pc:spChg>
        <pc:spChg chg="add mod">
          <ac:chgData name="kiran kumar" userId="3042ffa7b2ecd34f" providerId="LiveId" clId="{AFCEA1C2-1BAD-44C3-854A-CCB428287ED1}" dt="2023-12-22T12:52:43.153" v="4622" actId="1076"/>
          <ac:spMkLst>
            <pc:docMk/>
            <pc:sldMk cId="0" sldId="302"/>
            <ac:spMk id="5" creationId="{5C94D40C-503B-7904-6A77-2E923E8DB3D6}"/>
          </ac:spMkLst>
        </pc:spChg>
        <pc:spChg chg="add mod">
          <ac:chgData name="kiran kumar" userId="3042ffa7b2ecd34f" providerId="LiveId" clId="{AFCEA1C2-1BAD-44C3-854A-CCB428287ED1}" dt="2023-12-22T12:53:22.358" v="4626"/>
          <ac:spMkLst>
            <pc:docMk/>
            <pc:sldMk cId="0" sldId="302"/>
            <ac:spMk id="6" creationId="{C6C9A2AA-FB39-9981-773F-39936A2763CC}"/>
          </ac:spMkLst>
        </pc:spChg>
        <pc:spChg chg="del">
          <ac:chgData name="kiran kumar" userId="3042ffa7b2ecd34f" providerId="LiveId" clId="{AFCEA1C2-1BAD-44C3-854A-CCB428287ED1}" dt="2023-12-21T14:22:40.907" v="4237" actId="478"/>
          <ac:spMkLst>
            <pc:docMk/>
            <pc:sldMk cId="0" sldId="302"/>
            <ac:spMk id="1521" creationId="{00000000-0000-0000-0000-000000000000}"/>
          </ac:spMkLst>
        </pc:spChg>
        <pc:spChg chg="del mod">
          <ac:chgData name="kiran kumar" userId="3042ffa7b2ecd34f" providerId="LiveId" clId="{AFCEA1C2-1BAD-44C3-854A-CCB428287ED1}" dt="2023-12-21T14:22:58.891" v="4247" actId="478"/>
          <ac:spMkLst>
            <pc:docMk/>
            <pc:sldMk cId="0" sldId="302"/>
            <ac:spMk id="1522" creationId="{00000000-0000-0000-0000-000000000000}"/>
          </ac:spMkLst>
        </pc:spChg>
        <pc:spChg chg="del">
          <ac:chgData name="kiran kumar" userId="3042ffa7b2ecd34f" providerId="LiveId" clId="{AFCEA1C2-1BAD-44C3-854A-CCB428287ED1}" dt="2023-12-21T14:22:37.947" v="4235" actId="478"/>
          <ac:spMkLst>
            <pc:docMk/>
            <pc:sldMk cId="0" sldId="302"/>
            <ac:spMk id="1523" creationId="{00000000-0000-0000-0000-000000000000}"/>
          </ac:spMkLst>
        </pc:spChg>
        <pc:spChg chg="del">
          <ac:chgData name="kiran kumar" userId="3042ffa7b2ecd34f" providerId="LiveId" clId="{AFCEA1C2-1BAD-44C3-854A-CCB428287ED1}" dt="2023-12-21T14:22:43.290" v="4238" actId="478"/>
          <ac:spMkLst>
            <pc:docMk/>
            <pc:sldMk cId="0" sldId="302"/>
            <ac:spMk id="1524" creationId="{00000000-0000-0000-0000-000000000000}"/>
          </ac:spMkLst>
        </pc:spChg>
        <pc:spChg chg="del mod">
          <ac:chgData name="kiran kumar" userId="3042ffa7b2ecd34f" providerId="LiveId" clId="{AFCEA1C2-1BAD-44C3-854A-CCB428287ED1}" dt="2023-12-21T14:23:03.205" v="4250" actId="478"/>
          <ac:spMkLst>
            <pc:docMk/>
            <pc:sldMk cId="0" sldId="302"/>
            <ac:spMk id="1525" creationId="{00000000-0000-0000-0000-000000000000}"/>
          </ac:spMkLst>
        </pc:spChg>
        <pc:spChg chg="del">
          <ac:chgData name="kiran kumar" userId="3042ffa7b2ecd34f" providerId="LiveId" clId="{AFCEA1C2-1BAD-44C3-854A-CCB428287ED1}" dt="2023-12-21T14:22:39.167" v="4236" actId="478"/>
          <ac:spMkLst>
            <pc:docMk/>
            <pc:sldMk cId="0" sldId="302"/>
            <ac:spMk id="1526" creationId="{00000000-0000-0000-0000-000000000000}"/>
          </ac:spMkLst>
        </pc:spChg>
        <pc:spChg chg="del">
          <ac:chgData name="kiran kumar" userId="3042ffa7b2ecd34f" providerId="LiveId" clId="{AFCEA1C2-1BAD-44C3-854A-CCB428287ED1}" dt="2023-12-21T14:22:44.496" v="4239" actId="478"/>
          <ac:spMkLst>
            <pc:docMk/>
            <pc:sldMk cId="0" sldId="302"/>
            <ac:spMk id="1527" creationId="{00000000-0000-0000-0000-000000000000}"/>
          </ac:spMkLst>
        </pc:spChg>
        <pc:spChg chg="del">
          <ac:chgData name="kiran kumar" userId="3042ffa7b2ecd34f" providerId="LiveId" clId="{AFCEA1C2-1BAD-44C3-854A-CCB428287ED1}" dt="2023-12-21T14:22:46.611" v="4241" actId="478"/>
          <ac:spMkLst>
            <pc:docMk/>
            <pc:sldMk cId="0" sldId="302"/>
            <ac:spMk id="1528" creationId="{00000000-0000-0000-0000-000000000000}"/>
          </ac:spMkLst>
        </pc:spChg>
        <pc:spChg chg="del">
          <ac:chgData name="kiran kumar" userId="3042ffa7b2ecd34f" providerId="LiveId" clId="{AFCEA1C2-1BAD-44C3-854A-CCB428287ED1}" dt="2023-12-21T14:23:01.736" v="4249" actId="478"/>
          <ac:spMkLst>
            <pc:docMk/>
            <pc:sldMk cId="0" sldId="302"/>
            <ac:spMk id="1529" creationId="{00000000-0000-0000-0000-000000000000}"/>
          </ac:spMkLst>
        </pc:spChg>
        <pc:spChg chg="del">
          <ac:chgData name="kiran kumar" userId="3042ffa7b2ecd34f" providerId="LiveId" clId="{AFCEA1C2-1BAD-44C3-854A-CCB428287ED1}" dt="2023-12-21T14:23:00.399" v="4248" actId="478"/>
          <ac:spMkLst>
            <pc:docMk/>
            <pc:sldMk cId="0" sldId="302"/>
            <ac:spMk id="1530" creationId="{00000000-0000-0000-0000-000000000000}"/>
          </ac:spMkLst>
        </pc:spChg>
        <pc:spChg chg="del">
          <ac:chgData name="kiran kumar" userId="3042ffa7b2ecd34f" providerId="LiveId" clId="{AFCEA1C2-1BAD-44C3-854A-CCB428287ED1}" dt="2023-12-21T14:22:56.827" v="4246" actId="478"/>
          <ac:spMkLst>
            <pc:docMk/>
            <pc:sldMk cId="0" sldId="302"/>
            <ac:spMk id="1531" creationId="{00000000-0000-0000-0000-000000000000}"/>
          </ac:spMkLst>
        </pc:spChg>
        <pc:spChg chg="del">
          <ac:chgData name="kiran kumar" userId="3042ffa7b2ecd34f" providerId="LiveId" clId="{AFCEA1C2-1BAD-44C3-854A-CCB428287ED1}" dt="2023-12-21T14:22:55.045" v="4245" actId="478"/>
          <ac:spMkLst>
            <pc:docMk/>
            <pc:sldMk cId="0" sldId="302"/>
            <ac:spMk id="1532" creationId="{00000000-0000-0000-0000-000000000000}"/>
          </ac:spMkLst>
        </pc:spChg>
        <pc:spChg chg="del">
          <ac:chgData name="kiran kumar" userId="3042ffa7b2ecd34f" providerId="LiveId" clId="{AFCEA1C2-1BAD-44C3-854A-CCB428287ED1}" dt="2023-12-21T14:22:52.563" v="4244" actId="478"/>
          <ac:spMkLst>
            <pc:docMk/>
            <pc:sldMk cId="0" sldId="302"/>
            <ac:spMk id="1533" creationId="{00000000-0000-0000-0000-000000000000}"/>
          </ac:spMkLst>
        </pc:spChg>
        <pc:spChg chg="del">
          <ac:chgData name="kiran kumar" userId="3042ffa7b2ecd34f" providerId="LiveId" clId="{AFCEA1C2-1BAD-44C3-854A-CCB428287ED1}" dt="2023-12-21T14:22:51.032" v="4243" actId="478"/>
          <ac:spMkLst>
            <pc:docMk/>
            <pc:sldMk cId="0" sldId="302"/>
            <ac:spMk id="1534" creationId="{00000000-0000-0000-0000-000000000000}"/>
          </ac:spMkLst>
        </pc:spChg>
        <pc:spChg chg="del">
          <ac:chgData name="kiran kumar" userId="3042ffa7b2ecd34f" providerId="LiveId" clId="{AFCEA1C2-1BAD-44C3-854A-CCB428287ED1}" dt="2023-12-21T14:22:45.716" v="4240" actId="478"/>
          <ac:spMkLst>
            <pc:docMk/>
            <pc:sldMk cId="0" sldId="302"/>
            <ac:spMk id="1535" creationId="{00000000-0000-0000-0000-000000000000}"/>
          </ac:spMkLst>
        </pc:spChg>
        <pc:spChg chg="del">
          <ac:chgData name="kiran kumar" userId="3042ffa7b2ecd34f" providerId="LiveId" clId="{AFCEA1C2-1BAD-44C3-854A-CCB428287ED1}" dt="2023-12-21T14:22:48.582" v="4242" actId="478"/>
          <ac:spMkLst>
            <pc:docMk/>
            <pc:sldMk cId="0" sldId="302"/>
            <ac:spMk id="1536" creationId="{00000000-0000-0000-0000-000000000000}"/>
          </ac:spMkLst>
        </pc:spChg>
        <pc:spChg chg="del">
          <ac:chgData name="kiran kumar" userId="3042ffa7b2ecd34f" providerId="LiveId" clId="{AFCEA1C2-1BAD-44C3-854A-CCB428287ED1}" dt="2023-12-21T14:23:08.839" v="4253" actId="478"/>
          <ac:spMkLst>
            <pc:docMk/>
            <pc:sldMk cId="0" sldId="302"/>
            <ac:spMk id="1537" creationId="{00000000-0000-0000-0000-000000000000}"/>
          </ac:spMkLst>
        </pc:spChg>
        <pc:spChg chg="del">
          <ac:chgData name="kiran kumar" userId="3042ffa7b2ecd34f" providerId="LiveId" clId="{AFCEA1C2-1BAD-44C3-854A-CCB428287ED1}" dt="2023-12-21T14:23:05.541" v="4251" actId="478"/>
          <ac:spMkLst>
            <pc:docMk/>
            <pc:sldMk cId="0" sldId="302"/>
            <ac:spMk id="1538" creationId="{00000000-0000-0000-0000-000000000000}"/>
          </ac:spMkLst>
        </pc:spChg>
        <pc:spChg chg="del">
          <ac:chgData name="kiran kumar" userId="3042ffa7b2ecd34f" providerId="LiveId" clId="{AFCEA1C2-1BAD-44C3-854A-CCB428287ED1}" dt="2023-12-21T14:23:07.277" v="4252" actId="478"/>
          <ac:spMkLst>
            <pc:docMk/>
            <pc:sldMk cId="0" sldId="302"/>
            <ac:spMk id="1539" creationId="{00000000-0000-0000-0000-000000000000}"/>
          </ac:spMkLst>
        </pc:spChg>
        <pc:spChg chg="del">
          <ac:chgData name="kiran kumar" userId="3042ffa7b2ecd34f" providerId="LiveId" clId="{AFCEA1C2-1BAD-44C3-854A-CCB428287ED1}" dt="2023-12-21T14:23:10.629" v="4254" actId="478"/>
          <ac:spMkLst>
            <pc:docMk/>
            <pc:sldMk cId="0" sldId="302"/>
            <ac:spMk id="1540" creationId="{00000000-0000-0000-0000-000000000000}"/>
          </ac:spMkLst>
        </pc:spChg>
        <pc:spChg chg="del">
          <ac:chgData name="kiran kumar" userId="3042ffa7b2ecd34f" providerId="LiveId" clId="{AFCEA1C2-1BAD-44C3-854A-CCB428287ED1}" dt="2023-12-21T14:22:32.987" v="4233" actId="478"/>
          <ac:spMkLst>
            <pc:docMk/>
            <pc:sldMk cId="0" sldId="302"/>
            <ac:spMk id="1541" creationId="{00000000-0000-0000-0000-000000000000}"/>
          </ac:spMkLst>
        </pc:spChg>
      </pc:sldChg>
      <pc:sldChg chg="del">
        <pc:chgData name="kiran kumar" userId="3042ffa7b2ecd34f" providerId="LiveId" clId="{AFCEA1C2-1BAD-44C3-854A-CCB428287ED1}" dt="2023-12-22T15:57:05.708" v="5431" actId="47"/>
        <pc:sldMkLst>
          <pc:docMk/>
          <pc:sldMk cId="0" sldId="303"/>
        </pc:sldMkLst>
      </pc:sldChg>
      <pc:sldChg chg="addSp delSp modSp mod ord modTransition delAnim">
        <pc:chgData name="kiran kumar" userId="3042ffa7b2ecd34f" providerId="LiveId" clId="{AFCEA1C2-1BAD-44C3-854A-CCB428287ED1}" dt="2023-12-22T16:12:24.029" v="5558" actId="207"/>
        <pc:sldMkLst>
          <pc:docMk/>
          <pc:sldMk cId="0" sldId="304"/>
        </pc:sldMkLst>
        <pc:spChg chg="add del mod">
          <ac:chgData name="kiran kumar" userId="3042ffa7b2ecd34f" providerId="LiveId" clId="{AFCEA1C2-1BAD-44C3-854A-CCB428287ED1}" dt="2023-12-22T12:38:44.533" v="4304" actId="478"/>
          <ac:spMkLst>
            <pc:docMk/>
            <pc:sldMk cId="0" sldId="304"/>
            <ac:spMk id="3" creationId="{17EC7664-D624-9622-6A87-B8DD26E9A5B4}"/>
          </ac:spMkLst>
        </pc:spChg>
        <pc:spChg chg="add mod">
          <ac:chgData name="kiran kumar" userId="3042ffa7b2ecd34f" providerId="LiveId" clId="{AFCEA1C2-1BAD-44C3-854A-CCB428287ED1}" dt="2023-12-22T16:12:15.395" v="5556" actId="1076"/>
          <ac:spMkLst>
            <pc:docMk/>
            <pc:sldMk cId="0" sldId="304"/>
            <ac:spMk id="4" creationId="{F916682E-B2F8-96B7-9357-3A5E6B7A6078}"/>
          </ac:spMkLst>
        </pc:spChg>
        <pc:spChg chg="add mod">
          <ac:chgData name="kiran kumar" userId="3042ffa7b2ecd34f" providerId="LiveId" clId="{AFCEA1C2-1BAD-44C3-854A-CCB428287ED1}" dt="2023-12-22T14:24:13.365" v="5135" actId="1076"/>
          <ac:spMkLst>
            <pc:docMk/>
            <pc:sldMk cId="0" sldId="304"/>
            <ac:spMk id="5" creationId="{4DCF3D49-A2D1-92E3-E783-FEE41CE567A0}"/>
          </ac:spMkLst>
        </pc:spChg>
        <pc:spChg chg="add mod">
          <ac:chgData name="kiran kumar" userId="3042ffa7b2ecd34f" providerId="LiveId" clId="{AFCEA1C2-1BAD-44C3-854A-CCB428287ED1}" dt="2023-12-22T14:24:40.880" v="5139" actId="1076"/>
          <ac:spMkLst>
            <pc:docMk/>
            <pc:sldMk cId="0" sldId="304"/>
            <ac:spMk id="6" creationId="{2EA0EAA1-DCDF-EC93-40DC-979ECBF3A681}"/>
          </ac:spMkLst>
        </pc:spChg>
        <pc:spChg chg="add mod">
          <ac:chgData name="kiran kumar" userId="3042ffa7b2ecd34f" providerId="LiveId" clId="{AFCEA1C2-1BAD-44C3-854A-CCB428287ED1}" dt="2023-12-22T14:25:02.341" v="5144" actId="1076"/>
          <ac:spMkLst>
            <pc:docMk/>
            <pc:sldMk cId="0" sldId="304"/>
            <ac:spMk id="7" creationId="{738A3C2A-713E-23A7-5FE3-A9AEFF9330D0}"/>
          </ac:spMkLst>
        </pc:spChg>
        <pc:spChg chg="add mod">
          <ac:chgData name="kiran kumar" userId="3042ffa7b2ecd34f" providerId="LiveId" clId="{AFCEA1C2-1BAD-44C3-854A-CCB428287ED1}" dt="2023-12-22T14:25:23.238" v="5149" actId="1076"/>
          <ac:spMkLst>
            <pc:docMk/>
            <pc:sldMk cId="0" sldId="304"/>
            <ac:spMk id="8" creationId="{1ED96330-DD1E-83ED-655D-C82E4C4FEA3F}"/>
          </ac:spMkLst>
        </pc:spChg>
        <pc:spChg chg="add mod">
          <ac:chgData name="kiran kumar" userId="3042ffa7b2ecd34f" providerId="LiveId" clId="{AFCEA1C2-1BAD-44C3-854A-CCB428287ED1}" dt="2023-12-22T14:25:40.894" v="5152" actId="1076"/>
          <ac:spMkLst>
            <pc:docMk/>
            <pc:sldMk cId="0" sldId="304"/>
            <ac:spMk id="9" creationId="{08C6155D-DE23-6C7D-BDBC-6156891C55E6}"/>
          </ac:spMkLst>
        </pc:spChg>
        <pc:spChg chg="add mod">
          <ac:chgData name="kiran kumar" userId="3042ffa7b2ecd34f" providerId="LiveId" clId="{AFCEA1C2-1BAD-44C3-854A-CCB428287ED1}" dt="2023-12-22T14:25:52.759" v="5155" actId="1076"/>
          <ac:spMkLst>
            <pc:docMk/>
            <pc:sldMk cId="0" sldId="304"/>
            <ac:spMk id="10" creationId="{C40AE53E-E0E7-FAE8-F466-A7BDD5B71D48}"/>
          </ac:spMkLst>
        </pc:spChg>
        <pc:spChg chg="add mod">
          <ac:chgData name="kiran kumar" userId="3042ffa7b2ecd34f" providerId="LiveId" clId="{AFCEA1C2-1BAD-44C3-854A-CCB428287ED1}" dt="2023-12-22T14:26:07.976" v="5158" actId="1076"/>
          <ac:spMkLst>
            <pc:docMk/>
            <pc:sldMk cId="0" sldId="304"/>
            <ac:spMk id="11" creationId="{C1A197C6-E616-4681-A13A-89F5EF0A0539}"/>
          </ac:spMkLst>
        </pc:spChg>
        <pc:spChg chg="add mod">
          <ac:chgData name="kiran kumar" userId="3042ffa7b2ecd34f" providerId="LiveId" clId="{AFCEA1C2-1BAD-44C3-854A-CCB428287ED1}" dt="2023-12-22T16:12:24.029" v="5558" actId="207"/>
          <ac:spMkLst>
            <pc:docMk/>
            <pc:sldMk cId="0" sldId="304"/>
            <ac:spMk id="12" creationId="{A807BCD9-E8BD-5975-0826-E682899B9884}"/>
          </ac:spMkLst>
        </pc:spChg>
        <pc:spChg chg="del">
          <ac:chgData name="kiran kumar" userId="3042ffa7b2ecd34f" providerId="LiveId" clId="{AFCEA1C2-1BAD-44C3-854A-CCB428287ED1}" dt="2023-12-22T12:38:43.289" v="4303" actId="478"/>
          <ac:spMkLst>
            <pc:docMk/>
            <pc:sldMk cId="0" sldId="304"/>
            <ac:spMk id="1606" creationId="{00000000-0000-0000-0000-000000000000}"/>
          </ac:spMkLst>
        </pc:spChg>
        <pc:spChg chg="del mod">
          <ac:chgData name="kiran kumar" userId="3042ffa7b2ecd34f" providerId="LiveId" clId="{AFCEA1C2-1BAD-44C3-854A-CCB428287ED1}" dt="2023-12-22T12:38:31.493" v="4300" actId="478"/>
          <ac:spMkLst>
            <pc:docMk/>
            <pc:sldMk cId="0" sldId="304"/>
            <ac:spMk id="1607" creationId="{00000000-0000-0000-0000-000000000000}"/>
          </ac:spMkLst>
        </pc:spChg>
        <pc:spChg chg="del">
          <ac:chgData name="kiran kumar" userId="3042ffa7b2ecd34f" providerId="LiveId" clId="{AFCEA1C2-1BAD-44C3-854A-CCB428287ED1}" dt="2023-12-22T12:38:36.536" v="4301" actId="478"/>
          <ac:spMkLst>
            <pc:docMk/>
            <pc:sldMk cId="0" sldId="304"/>
            <ac:spMk id="1608" creationId="{00000000-0000-0000-0000-000000000000}"/>
          </ac:spMkLst>
        </pc:spChg>
        <pc:spChg chg="del">
          <ac:chgData name="kiran kumar" userId="3042ffa7b2ecd34f" providerId="LiveId" clId="{AFCEA1C2-1BAD-44C3-854A-CCB428287ED1}" dt="2023-12-22T12:38:30.262" v="4299" actId="478"/>
          <ac:spMkLst>
            <pc:docMk/>
            <pc:sldMk cId="0" sldId="304"/>
            <ac:spMk id="1609" creationId="{00000000-0000-0000-0000-000000000000}"/>
          </ac:spMkLst>
        </pc:spChg>
        <pc:spChg chg="del mod">
          <ac:chgData name="kiran kumar" userId="3042ffa7b2ecd34f" providerId="LiveId" clId="{AFCEA1C2-1BAD-44C3-854A-CCB428287ED1}" dt="2023-12-22T12:38:16.105" v="4294" actId="478"/>
          <ac:spMkLst>
            <pc:docMk/>
            <pc:sldMk cId="0" sldId="304"/>
            <ac:spMk id="1610" creationId="{00000000-0000-0000-0000-000000000000}"/>
          </ac:spMkLst>
        </pc:spChg>
        <pc:spChg chg="del">
          <ac:chgData name="kiran kumar" userId="3042ffa7b2ecd34f" providerId="LiveId" clId="{AFCEA1C2-1BAD-44C3-854A-CCB428287ED1}" dt="2023-12-22T12:38:24.443" v="4297" actId="478"/>
          <ac:spMkLst>
            <pc:docMk/>
            <pc:sldMk cId="0" sldId="304"/>
            <ac:spMk id="1611" creationId="{00000000-0000-0000-0000-000000000000}"/>
          </ac:spMkLst>
        </pc:spChg>
        <pc:spChg chg="del">
          <ac:chgData name="kiran kumar" userId="3042ffa7b2ecd34f" providerId="LiveId" clId="{AFCEA1C2-1BAD-44C3-854A-CCB428287ED1}" dt="2023-12-22T12:38:19.524" v="4295" actId="478"/>
          <ac:spMkLst>
            <pc:docMk/>
            <pc:sldMk cId="0" sldId="304"/>
            <ac:spMk id="1612" creationId="{00000000-0000-0000-0000-000000000000}"/>
          </ac:spMkLst>
        </pc:spChg>
        <pc:spChg chg="del mod">
          <ac:chgData name="kiran kumar" userId="3042ffa7b2ecd34f" providerId="LiveId" clId="{AFCEA1C2-1BAD-44C3-854A-CCB428287ED1}" dt="2023-12-22T12:38:13.938" v="4293" actId="478"/>
          <ac:spMkLst>
            <pc:docMk/>
            <pc:sldMk cId="0" sldId="304"/>
            <ac:spMk id="1613" creationId="{00000000-0000-0000-0000-000000000000}"/>
          </ac:spMkLst>
        </pc:spChg>
        <pc:spChg chg="del mod">
          <ac:chgData name="kiran kumar" userId="3042ffa7b2ecd34f" providerId="LiveId" clId="{AFCEA1C2-1BAD-44C3-854A-CCB428287ED1}" dt="2023-12-22T12:39:21.908" v="4321" actId="478"/>
          <ac:spMkLst>
            <pc:docMk/>
            <pc:sldMk cId="0" sldId="304"/>
            <ac:spMk id="1633" creationId="{00000000-0000-0000-0000-000000000000}"/>
          </ac:spMkLst>
        </pc:spChg>
        <pc:spChg chg="del">
          <ac:chgData name="kiran kumar" userId="3042ffa7b2ecd34f" providerId="LiveId" clId="{AFCEA1C2-1BAD-44C3-854A-CCB428287ED1}" dt="2023-12-22T12:39:15.097" v="4318" actId="478"/>
          <ac:spMkLst>
            <pc:docMk/>
            <pc:sldMk cId="0" sldId="304"/>
            <ac:spMk id="1634" creationId="{00000000-0000-0000-0000-000000000000}"/>
          </ac:spMkLst>
        </pc:spChg>
        <pc:spChg chg="del">
          <ac:chgData name="kiran kumar" userId="3042ffa7b2ecd34f" providerId="LiveId" clId="{AFCEA1C2-1BAD-44C3-854A-CCB428287ED1}" dt="2023-12-22T12:39:16.656" v="4319" actId="478"/>
          <ac:spMkLst>
            <pc:docMk/>
            <pc:sldMk cId="0" sldId="304"/>
            <ac:spMk id="1635" creationId="{00000000-0000-0000-0000-000000000000}"/>
          </ac:spMkLst>
        </pc:spChg>
        <pc:spChg chg="del">
          <ac:chgData name="kiran kumar" userId="3042ffa7b2ecd34f" providerId="LiveId" clId="{AFCEA1C2-1BAD-44C3-854A-CCB428287ED1}" dt="2023-12-22T12:39:13.262" v="4317" actId="478"/>
          <ac:spMkLst>
            <pc:docMk/>
            <pc:sldMk cId="0" sldId="304"/>
            <ac:spMk id="1636" creationId="{00000000-0000-0000-0000-000000000000}"/>
          </ac:spMkLst>
        </pc:spChg>
        <pc:spChg chg="del">
          <ac:chgData name="kiran kumar" userId="3042ffa7b2ecd34f" providerId="LiveId" clId="{AFCEA1C2-1BAD-44C3-854A-CCB428287ED1}" dt="2023-12-22T12:39:09.928" v="4315" actId="478"/>
          <ac:spMkLst>
            <pc:docMk/>
            <pc:sldMk cId="0" sldId="304"/>
            <ac:spMk id="1637" creationId="{00000000-0000-0000-0000-000000000000}"/>
          </ac:spMkLst>
        </pc:spChg>
        <pc:spChg chg="del">
          <ac:chgData name="kiran kumar" userId="3042ffa7b2ecd34f" providerId="LiveId" clId="{AFCEA1C2-1BAD-44C3-854A-CCB428287ED1}" dt="2023-12-22T12:39:11.445" v="4316" actId="478"/>
          <ac:spMkLst>
            <pc:docMk/>
            <pc:sldMk cId="0" sldId="304"/>
            <ac:spMk id="1638" creationId="{00000000-0000-0000-0000-000000000000}"/>
          </ac:spMkLst>
        </pc:spChg>
        <pc:spChg chg="del">
          <ac:chgData name="kiran kumar" userId="3042ffa7b2ecd34f" providerId="LiveId" clId="{AFCEA1C2-1BAD-44C3-854A-CCB428287ED1}" dt="2023-12-22T12:39:08.321" v="4314" actId="478"/>
          <ac:spMkLst>
            <pc:docMk/>
            <pc:sldMk cId="0" sldId="304"/>
            <ac:spMk id="1639" creationId="{00000000-0000-0000-0000-000000000000}"/>
          </ac:spMkLst>
        </pc:spChg>
        <pc:spChg chg="del">
          <ac:chgData name="kiran kumar" userId="3042ffa7b2ecd34f" providerId="LiveId" clId="{AFCEA1C2-1BAD-44C3-854A-CCB428287ED1}" dt="2023-12-22T12:39:25.166" v="4322" actId="478"/>
          <ac:spMkLst>
            <pc:docMk/>
            <pc:sldMk cId="0" sldId="304"/>
            <ac:spMk id="1640" creationId="{00000000-0000-0000-0000-000000000000}"/>
          </ac:spMkLst>
        </pc:spChg>
        <pc:spChg chg="del">
          <ac:chgData name="kiran kumar" userId="3042ffa7b2ecd34f" providerId="LiveId" clId="{AFCEA1C2-1BAD-44C3-854A-CCB428287ED1}" dt="2023-12-22T12:39:33.928" v="4328" actId="478"/>
          <ac:spMkLst>
            <pc:docMk/>
            <pc:sldMk cId="0" sldId="304"/>
            <ac:spMk id="1641" creationId="{00000000-0000-0000-0000-000000000000}"/>
          </ac:spMkLst>
        </pc:spChg>
        <pc:spChg chg="del">
          <ac:chgData name="kiran kumar" userId="3042ffa7b2ecd34f" providerId="LiveId" clId="{AFCEA1C2-1BAD-44C3-854A-CCB428287ED1}" dt="2023-12-22T12:39:35.209" v="4329" actId="478"/>
          <ac:spMkLst>
            <pc:docMk/>
            <pc:sldMk cId="0" sldId="304"/>
            <ac:spMk id="1642" creationId="{00000000-0000-0000-0000-000000000000}"/>
          </ac:spMkLst>
        </pc:spChg>
        <pc:spChg chg="del">
          <ac:chgData name="kiran kumar" userId="3042ffa7b2ecd34f" providerId="LiveId" clId="{AFCEA1C2-1BAD-44C3-854A-CCB428287ED1}" dt="2023-12-22T12:39:32.633" v="4327" actId="478"/>
          <ac:spMkLst>
            <pc:docMk/>
            <pc:sldMk cId="0" sldId="304"/>
            <ac:spMk id="1643" creationId="{00000000-0000-0000-0000-000000000000}"/>
          </ac:spMkLst>
        </pc:spChg>
        <pc:spChg chg="del">
          <ac:chgData name="kiran kumar" userId="3042ffa7b2ecd34f" providerId="LiveId" clId="{AFCEA1C2-1BAD-44C3-854A-CCB428287ED1}" dt="2023-12-22T12:39:30.072" v="4325" actId="478"/>
          <ac:spMkLst>
            <pc:docMk/>
            <pc:sldMk cId="0" sldId="304"/>
            <ac:spMk id="1644" creationId="{00000000-0000-0000-0000-000000000000}"/>
          </ac:spMkLst>
        </pc:spChg>
        <pc:spChg chg="del">
          <ac:chgData name="kiran kumar" userId="3042ffa7b2ecd34f" providerId="LiveId" clId="{AFCEA1C2-1BAD-44C3-854A-CCB428287ED1}" dt="2023-12-22T12:39:31.321" v="4326" actId="478"/>
          <ac:spMkLst>
            <pc:docMk/>
            <pc:sldMk cId="0" sldId="304"/>
            <ac:spMk id="1645" creationId="{00000000-0000-0000-0000-000000000000}"/>
          </ac:spMkLst>
        </pc:spChg>
        <pc:spChg chg="del">
          <ac:chgData name="kiran kumar" userId="3042ffa7b2ecd34f" providerId="LiveId" clId="{AFCEA1C2-1BAD-44C3-854A-CCB428287ED1}" dt="2023-12-22T12:39:28.302" v="4324" actId="478"/>
          <ac:spMkLst>
            <pc:docMk/>
            <pc:sldMk cId="0" sldId="304"/>
            <ac:spMk id="1646" creationId="{00000000-0000-0000-0000-000000000000}"/>
          </ac:spMkLst>
        </pc:spChg>
        <pc:spChg chg="del">
          <ac:chgData name="kiran kumar" userId="3042ffa7b2ecd34f" providerId="LiveId" clId="{AFCEA1C2-1BAD-44C3-854A-CCB428287ED1}" dt="2023-12-22T12:39:06.478" v="4313" actId="478"/>
          <ac:spMkLst>
            <pc:docMk/>
            <pc:sldMk cId="0" sldId="304"/>
            <ac:spMk id="1647" creationId="{00000000-0000-0000-0000-000000000000}"/>
          </ac:spMkLst>
        </pc:spChg>
        <pc:spChg chg="del">
          <ac:chgData name="kiran kumar" userId="3042ffa7b2ecd34f" providerId="LiveId" clId="{AFCEA1C2-1BAD-44C3-854A-CCB428287ED1}" dt="2023-12-22T12:38:53.960" v="4307" actId="478"/>
          <ac:spMkLst>
            <pc:docMk/>
            <pc:sldMk cId="0" sldId="304"/>
            <ac:spMk id="1649" creationId="{00000000-0000-0000-0000-000000000000}"/>
          </ac:spMkLst>
        </pc:spChg>
        <pc:spChg chg="del">
          <ac:chgData name="kiran kumar" userId="3042ffa7b2ecd34f" providerId="LiveId" clId="{AFCEA1C2-1BAD-44C3-854A-CCB428287ED1}" dt="2023-12-22T12:38:49.865" v="4306" actId="478"/>
          <ac:spMkLst>
            <pc:docMk/>
            <pc:sldMk cId="0" sldId="304"/>
            <ac:spMk id="1650" creationId="{00000000-0000-0000-0000-000000000000}"/>
          </ac:spMkLst>
        </pc:spChg>
        <pc:spChg chg="del">
          <ac:chgData name="kiran kumar" userId="3042ffa7b2ecd34f" providerId="LiveId" clId="{AFCEA1C2-1BAD-44C3-854A-CCB428287ED1}" dt="2023-12-22T12:38:55.840" v="4308" actId="478"/>
          <ac:spMkLst>
            <pc:docMk/>
            <pc:sldMk cId="0" sldId="304"/>
            <ac:spMk id="1651" creationId="{00000000-0000-0000-0000-000000000000}"/>
          </ac:spMkLst>
        </pc:spChg>
        <pc:spChg chg="del mod">
          <ac:chgData name="kiran kumar" userId="3042ffa7b2ecd34f" providerId="LiveId" clId="{AFCEA1C2-1BAD-44C3-854A-CCB428287ED1}" dt="2023-12-22T12:38:59.804" v="4310" actId="478"/>
          <ac:spMkLst>
            <pc:docMk/>
            <pc:sldMk cId="0" sldId="304"/>
            <ac:spMk id="1652" creationId="{00000000-0000-0000-0000-000000000000}"/>
          </ac:spMkLst>
        </pc:spChg>
        <pc:spChg chg="del">
          <ac:chgData name="kiran kumar" userId="3042ffa7b2ecd34f" providerId="LiveId" clId="{AFCEA1C2-1BAD-44C3-854A-CCB428287ED1}" dt="2023-12-22T12:38:58.151" v="4309" actId="478"/>
          <ac:spMkLst>
            <pc:docMk/>
            <pc:sldMk cId="0" sldId="304"/>
            <ac:spMk id="1653" creationId="{00000000-0000-0000-0000-000000000000}"/>
          </ac:spMkLst>
        </pc:spChg>
        <pc:spChg chg="del">
          <ac:chgData name="kiran kumar" userId="3042ffa7b2ecd34f" providerId="LiveId" clId="{AFCEA1C2-1BAD-44C3-854A-CCB428287ED1}" dt="2023-12-22T12:39:01.587" v="4311" actId="478"/>
          <ac:spMkLst>
            <pc:docMk/>
            <pc:sldMk cId="0" sldId="304"/>
            <ac:spMk id="1654" creationId="{00000000-0000-0000-0000-000000000000}"/>
          </ac:spMkLst>
        </pc:spChg>
        <pc:spChg chg="del">
          <ac:chgData name="kiran kumar" userId="3042ffa7b2ecd34f" providerId="LiveId" clId="{AFCEA1C2-1BAD-44C3-854A-CCB428287ED1}" dt="2023-12-22T12:38:47.464" v="4305" actId="478"/>
          <ac:spMkLst>
            <pc:docMk/>
            <pc:sldMk cId="0" sldId="304"/>
            <ac:spMk id="1655" creationId="{00000000-0000-0000-0000-000000000000}"/>
          </ac:spMkLst>
        </pc:spChg>
        <pc:spChg chg="del">
          <ac:chgData name="kiran kumar" userId="3042ffa7b2ecd34f" providerId="LiveId" clId="{AFCEA1C2-1BAD-44C3-854A-CCB428287ED1}" dt="2023-12-22T12:39:42.988" v="4332" actId="478"/>
          <ac:spMkLst>
            <pc:docMk/>
            <pc:sldMk cId="0" sldId="304"/>
            <ac:spMk id="1656" creationId="{00000000-0000-0000-0000-000000000000}"/>
          </ac:spMkLst>
        </pc:spChg>
        <pc:spChg chg="del mod">
          <ac:chgData name="kiran kumar" userId="3042ffa7b2ecd34f" providerId="LiveId" clId="{AFCEA1C2-1BAD-44C3-854A-CCB428287ED1}" dt="2023-12-22T12:39:39.910" v="4331" actId="478"/>
          <ac:spMkLst>
            <pc:docMk/>
            <pc:sldMk cId="0" sldId="304"/>
            <ac:spMk id="1657" creationId="{00000000-0000-0000-0000-000000000000}"/>
          </ac:spMkLst>
        </pc:spChg>
        <pc:spChg chg="del">
          <ac:chgData name="kiran kumar" userId="3042ffa7b2ecd34f" providerId="LiveId" clId="{AFCEA1C2-1BAD-44C3-854A-CCB428287ED1}" dt="2023-12-22T12:39:45.545" v="4333" actId="478"/>
          <ac:spMkLst>
            <pc:docMk/>
            <pc:sldMk cId="0" sldId="304"/>
            <ac:spMk id="1658" creationId="{00000000-0000-0000-0000-000000000000}"/>
          </ac:spMkLst>
        </pc:spChg>
        <pc:grpChg chg="del">
          <ac:chgData name="kiran kumar" userId="3042ffa7b2ecd34f" providerId="LiveId" clId="{AFCEA1C2-1BAD-44C3-854A-CCB428287ED1}" dt="2023-12-22T12:38:38.534" v="4302" actId="478"/>
          <ac:grpSpMkLst>
            <pc:docMk/>
            <pc:sldMk cId="0" sldId="304"/>
            <ac:grpSpMk id="1614" creationId="{00000000-0000-0000-0000-000000000000}"/>
          </ac:grpSpMkLst>
        </pc:grpChg>
        <pc:grpChg chg="del">
          <ac:chgData name="kiran kumar" userId="3042ffa7b2ecd34f" providerId="LiveId" clId="{AFCEA1C2-1BAD-44C3-854A-CCB428287ED1}" dt="2023-12-22T12:38:21.685" v="4296" actId="478"/>
          <ac:grpSpMkLst>
            <pc:docMk/>
            <pc:sldMk cId="0" sldId="304"/>
            <ac:grpSpMk id="1618" creationId="{00000000-0000-0000-0000-000000000000}"/>
          </ac:grpSpMkLst>
        </pc:grpChg>
        <pc:grpChg chg="del">
          <ac:chgData name="kiran kumar" userId="3042ffa7b2ecd34f" providerId="LiveId" clId="{AFCEA1C2-1BAD-44C3-854A-CCB428287ED1}" dt="2023-12-22T12:38:28.190" v="4298" actId="478"/>
          <ac:grpSpMkLst>
            <pc:docMk/>
            <pc:sldMk cId="0" sldId="304"/>
            <ac:grpSpMk id="1621" creationId="{00000000-0000-0000-0000-000000000000}"/>
          </ac:grpSpMkLst>
        </pc:grpChg>
        <pc:cxnChg chg="del">
          <ac:chgData name="kiran kumar" userId="3042ffa7b2ecd34f" providerId="LiveId" clId="{AFCEA1C2-1BAD-44C3-854A-CCB428287ED1}" dt="2023-12-22T12:39:19.310" v="4320" actId="478"/>
          <ac:cxnSpMkLst>
            <pc:docMk/>
            <pc:sldMk cId="0" sldId="304"/>
            <ac:cxnSpMk id="1631" creationId="{00000000-0000-0000-0000-000000000000}"/>
          </ac:cxnSpMkLst>
        </pc:cxnChg>
        <pc:cxnChg chg="del">
          <ac:chgData name="kiran kumar" userId="3042ffa7b2ecd34f" providerId="LiveId" clId="{AFCEA1C2-1BAD-44C3-854A-CCB428287ED1}" dt="2023-12-22T12:39:26.804" v="4323" actId="478"/>
          <ac:cxnSpMkLst>
            <pc:docMk/>
            <pc:sldMk cId="0" sldId="304"/>
            <ac:cxnSpMk id="1632" creationId="{00000000-0000-0000-0000-000000000000}"/>
          </ac:cxnSpMkLst>
        </pc:cxnChg>
        <pc:cxnChg chg="del">
          <ac:chgData name="kiran kumar" userId="3042ffa7b2ecd34f" providerId="LiveId" clId="{AFCEA1C2-1BAD-44C3-854A-CCB428287ED1}" dt="2023-12-22T12:39:03.599" v="4312" actId="478"/>
          <ac:cxnSpMkLst>
            <pc:docMk/>
            <pc:sldMk cId="0" sldId="304"/>
            <ac:cxnSpMk id="1648" creationId="{00000000-0000-0000-0000-000000000000}"/>
          </ac:cxnSpMkLst>
        </pc:cxnChg>
      </pc:sldChg>
      <pc:sldChg chg="del">
        <pc:chgData name="kiran kumar" userId="3042ffa7b2ecd34f" providerId="LiveId" clId="{AFCEA1C2-1BAD-44C3-854A-CCB428287ED1}" dt="2023-12-22T15:57:10.424" v="5432" actId="47"/>
        <pc:sldMkLst>
          <pc:docMk/>
          <pc:sldMk cId="0" sldId="305"/>
        </pc:sldMkLst>
      </pc:sldChg>
      <pc:sldChg chg="addSp delSp modSp mod ord modTransition delAnim modNotes">
        <pc:chgData name="kiran kumar" userId="3042ffa7b2ecd34f" providerId="LiveId" clId="{AFCEA1C2-1BAD-44C3-854A-CCB428287ED1}" dt="2023-12-22T15:52:53.696" v="5380"/>
        <pc:sldMkLst>
          <pc:docMk/>
          <pc:sldMk cId="0" sldId="306"/>
        </pc:sldMkLst>
        <pc:spChg chg="add del mod">
          <ac:chgData name="kiran kumar" userId="3042ffa7b2ecd34f" providerId="LiveId" clId="{AFCEA1C2-1BAD-44C3-854A-CCB428287ED1}" dt="2023-12-22T12:38:00.578" v="4289" actId="478"/>
          <ac:spMkLst>
            <pc:docMk/>
            <pc:sldMk cId="0" sldId="306"/>
            <ac:spMk id="3" creationId="{BCC9C0A4-39A9-2251-0A34-21725DC8F2DE}"/>
          </ac:spMkLst>
        </pc:spChg>
        <pc:spChg chg="add del mod">
          <ac:chgData name="kiran kumar" userId="3042ffa7b2ecd34f" providerId="LiveId" clId="{AFCEA1C2-1BAD-44C3-854A-CCB428287ED1}" dt="2023-12-22T12:38:06.089" v="4291" actId="478"/>
          <ac:spMkLst>
            <pc:docMk/>
            <pc:sldMk cId="0" sldId="306"/>
            <ac:spMk id="5" creationId="{BF371AB1-0B28-B3C9-B59F-99C4077CFEC7}"/>
          </ac:spMkLst>
        </pc:spChg>
        <pc:spChg chg="add mod">
          <ac:chgData name="kiran kumar" userId="3042ffa7b2ecd34f" providerId="LiveId" clId="{AFCEA1C2-1BAD-44C3-854A-CCB428287ED1}" dt="2023-12-22T15:49:37.455" v="5376" actId="1076"/>
          <ac:spMkLst>
            <pc:docMk/>
            <pc:sldMk cId="0" sldId="306"/>
            <ac:spMk id="6" creationId="{B22D9A38-43A1-2118-9ACA-2EADAC0FFFDA}"/>
          </ac:spMkLst>
        </pc:spChg>
        <pc:spChg chg="add mod">
          <ac:chgData name="kiran kumar" userId="3042ffa7b2ecd34f" providerId="LiveId" clId="{AFCEA1C2-1BAD-44C3-854A-CCB428287ED1}" dt="2023-12-22T13:36:35.073" v="4638" actId="1076"/>
          <ac:spMkLst>
            <pc:docMk/>
            <pc:sldMk cId="0" sldId="306"/>
            <ac:spMk id="7" creationId="{895FDACE-3110-4869-CE71-CDA7FB527A04}"/>
          </ac:spMkLst>
        </pc:spChg>
        <pc:spChg chg="del">
          <ac:chgData name="kiran kumar" userId="3042ffa7b2ecd34f" providerId="LiveId" clId="{AFCEA1C2-1BAD-44C3-854A-CCB428287ED1}" dt="2023-12-22T12:38:03.528" v="4290" actId="478"/>
          <ac:spMkLst>
            <pc:docMk/>
            <pc:sldMk cId="0" sldId="306"/>
            <ac:spMk id="1670" creationId="{00000000-0000-0000-0000-000000000000}"/>
          </ac:spMkLst>
        </pc:spChg>
        <pc:spChg chg="del">
          <ac:chgData name="kiran kumar" userId="3042ffa7b2ecd34f" providerId="LiveId" clId="{AFCEA1C2-1BAD-44C3-854A-CCB428287ED1}" dt="2023-12-22T12:37:56.651" v="4288" actId="478"/>
          <ac:spMkLst>
            <pc:docMk/>
            <pc:sldMk cId="0" sldId="306"/>
            <ac:spMk id="1671" creationId="{00000000-0000-0000-0000-000000000000}"/>
          </ac:spMkLst>
        </pc:spChg>
      </pc:sldChg>
      <pc:sldChg chg="del">
        <pc:chgData name="kiran kumar" userId="3042ffa7b2ecd34f" providerId="LiveId" clId="{AFCEA1C2-1BAD-44C3-854A-CCB428287ED1}" dt="2023-12-22T15:57:13.343" v="5433" actId="47"/>
        <pc:sldMkLst>
          <pc:docMk/>
          <pc:sldMk cId="0" sldId="307"/>
        </pc:sldMkLst>
      </pc:sldChg>
      <pc:sldChg chg="addSp delSp modSp mod ord modTransition delAnim modNotes">
        <pc:chgData name="kiran kumar" userId="3042ffa7b2ecd34f" providerId="LiveId" clId="{AFCEA1C2-1BAD-44C3-854A-CCB428287ED1}" dt="2023-12-22T16:17:54.172" v="5636" actId="1076"/>
        <pc:sldMkLst>
          <pc:docMk/>
          <pc:sldMk cId="0" sldId="308"/>
        </pc:sldMkLst>
        <pc:spChg chg="add del mod">
          <ac:chgData name="kiran kumar" userId="3042ffa7b2ecd34f" providerId="LiveId" clId="{AFCEA1C2-1BAD-44C3-854A-CCB428287ED1}" dt="2023-12-20T17:34:17.373" v="3086" actId="478"/>
          <ac:spMkLst>
            <pc:docMk/>
            <pc:sldMk cId="0" sldId="308"/>
            <ac:spMk id="3" creationId="{332FCD73-18D8-3B1C-6A75-6DB32F1BD4FA}"/>
          </ac:spMkLst>
        </pc:spChg>
        <pc:spChg chg="add mod">
          <ac:chgData name="kiran kumar" userId="3042ffa7b2ecd34f" providerId="LiveId" clId="{AFCEA1C2-1BAD-44C3-854A-CCB428287ED1}" dt="2023-12-22T16:17:54.172" v="5636" actId="1076"/>
          <ac:spMkLst>
            <pc:docMk/>
            <pc:sldMk cId="0" sldId="308"/>
            <ac:spMk id="4" creationId="{282FD173-E239-030F-9051-7AC9E6A30714}"/>
          </ac:spMkLst>
        </pc:spChg>
        <pc:spChg chg="add del mod">
          <ac:chgData name="kiran kumar" userId="3042ffa7b2ecd34f" providerId="LiveId" clId="{AFCEA1C2-1BAD-44C3-854A-CCB428287ED1}" dt="2023-12-20T17:35:42.118" v="3090" actId="478"/>
          <ac:spMkLst>
            <pc:docMk/>
            <pc:sldMk cId="0" sldId="308"/>
            <ac:spMk id="6" creationId="{FE2E1EA0-7DB9-84F1-4FFC-06265438F52F}"/>
          </ac:spMkLst>
        </pc:spChg>
        <pc:spChg chg="add del mod">
          <ac:chgData name="kiran kumar" userId="3042ffa7b2ecd34f" providerId="LiveId" clId="{AFCEA1C2-1BAD-44C3-854A-CCB428287ED1}" dt="2023-12-20T17:35:45.821" v="3092" actId="478"/>
          <ac:spMkLst>
            <pc:docMk/>
            <pc:sldMk cId="0" sldId="308"/>
            <ac:spMk id="8" creationId="{A56F276B-71E4-C4F2-05F7-461A68FB8FBF}"/>
          </ac:spMkLst>
        </pc:spChg>
        <pc:spChg chg="add del mod">
          <ac:chgData name="kiran kumar" userId="3042ffa7b2ecd34f" providerId="LiveId" clId="{AFCEA1C2-1BAD-44C3-854A-CCB428287ED1}" dt="2023-12-20T17:35:50.467" v="3094" actId="478"/>
          <ac:spMkLst>
            <pc:docMk/>
            <pc:sldMk cId="0" sldId="308"/>
            <ac:spMk id="10" creationId="{64D7BAD8-F259-9FAE-0267-003AE239E3F8}"/>
          </ac:spMkLst>
        </pc:spChg>
        <pc:spChg chg="add del mod">
          <ac:chgData name="kiran kumar" userId="3042ffa7b2ecd34f" providerId="LiveId" clId="{AFCEA1C2-1BAD-44C3-854A-CCB428287ED1}" dt="2023-12-20T17:35:55.625" v="3096" actId="478"/>
          <ac:spMkLst>
            <pc:docMk/>
            <pc:sldMk cId="0" sldId="308"/>
            <ac:spMk id="12" creationId="{EAC9845C-BE4E-9DBA-D5D9-47DD693D95E5}"/>
          </ac:spMkLst>
        </pc:spChg>
        <pc:spChg chg="add del mod">
          <ac:chgData name="kiran kumar" userId="3042ffa7b2ecd34f" providerId="LiveId" clId="{AFCEA1C2-1BAD-44C3-854A-CCB428287ED1}" dt="2023-12-20T17:36:28.062" v="3103" actId="478"/>
          <ac:spMkLst>
            <pc:docMk/>
            <pc:sldMk cId="0" sldId="308"/>
            <ac:spMk id="14" creationId="{F79E8CEC-FAF5-D73C-7FCD-6F81BFDA3CBE}"/>
          </ac:spMkLst>
        </pc:spChg>
        <pc:spChg chg="add del mod">
          <ac:chgData name="kiran kumar" userId="3042ffa7b2ecd34f" providerId="LiveId" clId="{AFCEA1C2-1BAD-44C3-854A-CCB428287ED1}" dt="2023-12-20T17:36:32.197" v="3105" actId="478"/>
          <ac:spMkLst>
            <pc:docMk/>
            <pc:sldMk cId="0" sldId="308"/>
            <ac:spMk id="16" creationId="{D13782DD-E715-5465-DF79-CC0B687DF449}"/>
          </ac:spMkLst>
        </pc:spChg>
        <pc:spChg chg="add mod">
          <ac:chgData name="kiran kumar" userId="3042ffa7b2ecd34f" providerId="LiveId" clId="{AFCEA1C2-1BAD-44C3-854A-CCB428287ED1}" dt="2023-12-20T17:40:31.796" v="3345" actId="207"/>
          <ac:spMkLst>
            <pc:docMk/>
            <pc:sldMk cId="0" sldId="308"/>
            <ac:spMk id="17" creationId="{C25B7AAB-9B96-A919-2FCA-74C7C37F1D97}"/>
          </ac:spMkLst>
        </pc:spChg>
        <pc:spChg chg="add del mod">
          <ac:chgData name="kiran kumar" userId="3042ffa7b2ecd34f" providerId="LiveId" clId="{AFCEA1C2-1BAD-44C3-854A-CCB428287ED1}" dt="2023-12-20T17:41:59.260" v="3353"/>
          <ac:spMkLst>
            <pc:docMk/>
            <pc:sldMk cId="0" sldId="308"/>
            <ac:spMk id="18" creationId="{AED3809F-E868-2804-5403-5A25D566305A}"/>
          </ac:spMkLst>
        </pc:spChg>
        <pc:spChg chg="add mod">
          <ac:chgData name="kiran kumar" userId="3042ffa7b2ecd34f" providerId="LiveId" clId="{AFCEA1C2-1BAD-44C3-854A-CCB428287ED1}" dt="2023-12-20T17:48:14.125" v="3560" actId="207"/>
          <ac:spMkLst>
            <pc:docMk/>
            <pc:sldMk cId="0" sldId="308"/>
            <ac:spMk id="19" creationId="{28AACDBB-6A1D-14FE-5F80-364BC069191A}"/>
          </ac:spMkLst>
        </pc:spChg>
        <pc:spChg chg="add mod">
          <ac:chgData name="kiran kumar" userId="3042ffa7b2ecd34f" providerId="LiveId" clId="{AFCEA1C2-1BAD-44C3-854A-CCB428287ED1}" dt="2023-12-20T17:57:22.677" v="3736" actId="20577"/>
          <ac:spMkLst>
            <pc:docMk/>
            <pc:sldMk cId="0" sldId="308"/>
            <ac:spMk id="20" creationId="{3031171C-2FC1-CD28-7961-54A876A261E5}"/>
          </ac:spMkLst>
        </pc:spChg>
        <pc:spChg chg="del">
          <ac:chgData name="kiran kumar" userId="3042ffa7b2ecd34f" providerId="LiveId" clId="{AFCEA1C2-1BAD-44C3-854A-CCB428287ED1}" dt="2023-12-20T17:34:15.122" v="3085" actId="478"/>
          <ac:spMkLst>
            <pc:docMk/>
            <pc:sldMk cId="0" sldId="308"/>
            <ac:spMk id="1722" creationId="{00000000-0000-0000-0000-000000000000}"/>
          </ac:spMkLst>
        </pc:spChg>
        <pc:spChg chg="del mod">
          <ac:chgData name="kiran kumar" userId="3042ffa7b2ecd34f" providerId="LiveId" clId="{AFCEA1C2-1BAD-44C3-854A-CCB428287ED1}" dt="2023-12-20T17:40:42.242" v="3346" actId="478"/>
          <ac:spMkLst>
            <pc:docMk/>
            <pc:sldMk cId="0" sldId="308"/>
            <ac:spMk id="1731" creationId="{00000000-0000-0000-0000-000000000000}"/>
          </ac:spMkLst>
        </pc:spChg>
        <pc:spChg chg="del">
          <ac:chgData name="kiran kumar" userId="3042ffa7b2ecd34f" providerId="LiveId" clId="{AFCEA1C2-1BAD-44C3-854A-CCB428287ED1}" dt="2023-12-20T17:35:44.156" v="3091" actId="478"/>
          <ac:spMkLst>
            <pc:docMk/>
            <pc:sldMk cId="0" sldId="308"/>
            <ac:spMk id="1735" creationId="{00000000-0000-0000-0000-000000000000}"/>
          </ac:spMkLst>
        </pc:spChg>
        <pc:spChg chg="del">
          <ac:chgData name="kiran kumar" userId="3042ffa7b2ecd34f" providerId="LiveId" clId="{AFCEA1C2-1BAD-44C3-854A-CCB428287ED1}" dt="2023-12-20T17:35:48.590" v="3093" actId="478"/>
          <ac:spMkLst>
            <pc:docMk/>
            <pc:sldMk cId="0" sldId="308"/>
            <ac:spMk id="1736" creationId="{00000000-0000-0000-0000-000000000000}"/>
          </ac:spMkLst>
        </pc:spChg>
        <pc:spChg chg="del">
          <ac:chgData name="kiran kumar" userId="3042ffa7b2ecd34f" providerId="LiveId" clId="{AFCEA1C2-1BAD-44C3-854A-CCB428287ED1}" dt="2023-12-20T17:36:29.867" v="3104" actId="478"/>
          <ac:spMkLst>
            <pc:docMk/>
            <pc:sldMk cId="0" sldId="308"/>
            <ac:spMk id="1737" creationId="{00000000-0000-0000-0000-000000000000}"/>
          </ac:spMkLst>
        </pc:spChg>
        <pc:spChg chg="del">
          <ac:chgData name="kiran kumar" userId="3042ffa7b2ecd34f" providerId="LiveId" clId="{AFCEA1C2-1BAD-44C3-854A-CCB428287ED1}" dt="2023-12-20T17:35:40.410" v="3089" actId="478"/>
          <ac:spMkLst>
            <pc:docMk/>
            <pc:sldMk cId="0" sldId="308"/>
            <ac:spMk id="1738" creationId="{00000000-0000-0000-0000-000000000000}"/>
          </ac:spMkLst>
        </pc:spChg>
        <pc:spChg chg="del">
          <ac:chgData name="kiran kumar" userId="3042ffa7b2ecd34f" providerId="LiveId" clId="{AFCEA1C2-1BAD-44C3-854A-CCB428287ED1}" dt="2023-12-20T17:35:52.411" v="3095" actId="478"/>
          <ac:spMkLst>
            <pc:docMk/>
            <pc:sldMk cId="0" sldId="308"/>
            <ac:spMk id="1739" creationId="{00000000-0000-0000-0000-000000000000}"/>
          </ac:spMkLst>
        </pc:spChg>
        <pc:spChg chg="del mod">
          <ac:chgData name="kiran kumar" userId="3042ffa7b2ecd34f" providerId="LiveId" clId="{AFCEA1C2-1BAD-44C3-854A-CCB428287ED1}" dt="2023-12-20T17:36:25.640" v="3102" actId="478"/>
          <ac:spMkLst>
            <pc:docMk/>
            <pc:sldMk cId="0" sldId="308"/>
            <ac:spMk id="1740" creationId="{00000000-0000-0000-0000-000000000000}"/>
          </ac:spMkLst>
        </pc:spChg>
        <pc:grpChg chg="del">
          <ac:chgData name="kiran kumar" userId="3042ffa7b2ecd34f" providerId="LiveId" clId="{AFCEA1C2-1BAD-44C3-854A-CCB428287ED1}" dt="2023-12-20T17:36:33.775" v="3106" actId="478"/>
          <ac:grpSpMkLst>
            <pc:docMk/>
            <pc:sldMk cId="0" sldId="308"/>
            <ac:grpSpMk id="1726" creationId="{00000000-0000-0000-0000-000000000000}"/>
          </ac:grpSpMkLst>
        </pc:grpChg>
        <pc:grpChg chg="del">
          <ac:chgData name="kiran kumar" userId="3042ffa7b2ecd34f" providerId="LiveId" clId="{AFCEA1C2-1BAD-44C3-854A-CCB428287ED1}" dt="2023-12-20T17:35:57.960" v="3097" actId="478"/>
          <ac:grpSpMkLst>
            <pc:docMk/>
            <pc:sldMk cId="0" sldId="308"/>
            <ac:grpSpMk id="1732" creationId="{00000000-0000-0000-0000-000000000000}"/>
          </ac:grpSpMkLst>
        </pc:grpChg>
      </pc:sldChg>
      <pc:sldChg chg="addSp delSp modSp mod ord modTransition delAnim modNotes">
        <pc:chgData name="kiran kumar" userId="3042ffa7b2ecd34f" providerId="LiveId" clId="{AFCEA1C2-1BAD-44C3-854A-CCB428287ED1}" dt="2023-12-22T15:53:11.201" v="5385"/>
        <pc:sldMkLst>
          <pc:docMk/>
          <pc:sldMk cId="3135157378" sldId="309"/>
        </pc:sldMkLst>
        <pc:spChg chg="add del mod">
          <ac:chgData name="kiran kumar" userId="3042ffa7b2ecd34f" providerId="LiveId" clId="{AFCEA1C2-1BAD-44C3-854A-CCB428287ED1}" dt="2023-12-22T12:40:56.166" v="4358" actId="478"/>
          <ac:spMkLst>
            <pc:docMk/>
            <pc:sldMk cId="3135157378" sldId="309"/>
            <ac:spMk id="3" creationId="{73CBBB14-DB92-499F-7D03-097D85109410}"/>
          </ac:spMkLst>
        </pc:spChg>
        <pc:spChg chg="add del mod">
          <ac:chgData name="kiran kumar" userId="3042ffa7b2ecd34f" providerId="LiveId" clId="{AFCEA1C2-1BAD-44C3-854A-CCB428287ED1}" dt="2023-12-22T12:41:02.827" v="4360" actId="478"/>
          <ac:spMkLst>
            <pc:docMk/>
            <pc:sldMk cId="3135157378" sldId="309"/>
            <ac:spMk id="5" creationId="{04276AFA-2C83-469E-E145-373B8EAE4EF2}"/>
          </ac:spMkLst>
        </pc:spChg>
        <pc:spChg chg="add del mod">
          <ac:chgData name="kiran kumar" userId="3042ffa7b2ecd34f" providerId="LiveId" clId="{AFCEA1C2-1BAD-44C3-854A-CCB428287ED1}" dt="2023-12-22T12:41:08.848" v="4362" actId="478"/>
          <ac:spMkLst>
            <pc:docMk/>
            <pc:sldMk cId="3135157378" sldId="309"/>
            <ac:spMk id="7" creationId="{20C4F49D-82C4-A5F7-89BC-FDD829A6782F}"/>
          </ac:spMkLst>
        </pc:spChg>
        <pc:spChg chg="add del mod">
          <ac:chgData name="kiran kumar" userId="3042ffa7b2ecd34f" providerId="LiveId" clId="{AFCEA1C2-1BAD-44C3-854A-CCB428287ED1}" dt="2023-12-22T12:41:17.736" v="4364" actId="478"/>
          <ac:spMkLst>
            <pc:docMk/>
            <pc:sldMk cId="3135157378" sldId="309"/>
            <ac:spMk id="9" creationId="{BA841C2D-EA47-0433-3788-0A4D003158BA}"/>
          </ac:spMkLst>
        </pc:spChg>
        <pc:spChg chg="add del mod">
          <ac:chgData name="kiran kumar" userId="3042ffa7b2ecd34f" providerId="LiveId" clId="{AFCEA1C2-1BAD-44C3-854A-CCB428287ED1}" dt="2023-12-22T12:41:23.211" v="4366" actId="478"/>
          <ac:spMkLst>
            <pc:docMk/>
            <pc:sldMk cId="3135157378" sldId="309"/>
            <ac:spMk id="11" creationId="{17B1A4AB-DAFF-2F06-B8DA-64C3458D55DF}"/>
          </ac:spMkLst>
        </pc:spChg>
        <pc:spChg chg="add del mod">
          <ac:chgData name="kiran kumar" userId="3042ffa7b2ecd34f" providerId="LiveId" clId="{AFCEA1C2-1BAD-44C3-854A-CCB428287ED1}" dt="2023-12-22T12:41:33.394" v="4370" actId="478"/>
          <ac:spMkLst>
            <pc:docMk/>
            <pc:sldMk cId="3135157378" sldId="309"/>
            <ac:spMk id="13" creationId="{E7E6F4D5-3DC5-ADEB-070D-4666A4A58861}"/>
          </ac:spMkLst>
        </pc:spChg>
        <pc:spChg chg="add del mod">
          <ac:chgData name="kiran kumar" userId="3042ffa7b2ecd34f" providerId="LiveId" clId="{AFCEA1C2-1BAD-44C3-854A-CCB428287ED1}" dt="2023-12-22T12:41:39.105" v="4372" actId="478"/>
          <ac:spMkLst>
            <pc:docMk/>
            <pc:sldMk cId="3135157378" sldId="309"/>
            <ac:spMk id="15" creationId="{D7A7ECE4-A5C0-5595-9DC0-A775F14AD899}"/>
          </ac:spMkLst>
        </pc:spChg>
        <pc:spChg chg="add del mod">
          <ac:chgData name="kiran kumar" userId="3042ffa7b2ecd34f" providerId="LiveId" clId="{AFCEA1C2-1BAD-44C3-854A-CCB428287ED1}" dt="2023-12-22T12:41:46.059" v="4374" actId="478"/>
          <ac:spMkLst>
            <pc:docMk/>
            <pc:sldMk cId="3135157378" sldId="309"/>
            <ac:spMk id="17" creationId="{7050A501-56B8-4B7C-F4DD-E26768823158}"/>
          </ac:spMkLst>
        </pc:spChg>
        <pc:spChg chg="add del mod">
          <ac:chgData name="kiran kumar" userId="3042ffa7b2ecd34f" providerId="LiveId" clId="{AFCEA1C2-1BAD-44C3-854A-CCB428287ED1}" dt="2023-12-22T12:41:50.274" v="4376" actId="478"/>
          <ac:spMkLst>
            <pc:docMk/>
            <pc:sldMk cId="3135157378" sldId="309"/>
            <ac:spMk id="19" creationId="{CFA69A7A-C78A-548E-6500-E3FCF59A4211}"/>
          </ac:spMkLst>
        </pc:spChg>
        <pc:spChg chg="add mod">
          <ac:chgData name="kiran kumar" userId="3042ffa7b2ecd34f" providerId="LiveId" clId="{AFCEA1C2-1BAD-44C3-854A-CCB428287ED1}" dt="2023-12-22T14:50:04.576" v="5245" actId="14100"/>
          <ac:spMkLst>
            <pc:docMk/>
            <pc:sldMk cId="3135157378" sldId="309"/>
            <ac:spMk id="21" creationId="{A8505CEF-4DEF-9CBD-6143-670B302953AB}"/>
          </ac:spMkLst>
        </pc:spChg>
        <pc:spChg chg="del">
          <ac:chgData name="kiran kumar" userId="3042ffa7b2ecd34f" providerId="LiveId" clId="{AFCEA1C2-1BAD-44C3-854A-CCB428287ED1}" dt="2023-12-22T12:41:20.006" v="4365" actId="478"/>
          <ac:spMkLst>
            <pc:docMk/>
            <pc:sldMk cId="3135157378" sldId="309"/>
            <ac:spMk id="1745" creationId="{00000000-0000-0000-0000-000000000000}"/>
          </ac:spMkLst>
        </pc:spChg>
        <pc:spChg chg="del">
          <ac:chgData name="kiran kumar" userId="3042ffa7b2ecd34f" providerId="LiveId" clId="{AFCEA1C2-1BAD-44C3-854A-CCB428287ED1}" dt="2023-12-22T12:41:29.589" v="4369" actId="478"/>
          <ac:spMkLst>
            <pc:docMk/>
            <pc:sldMk cId="3135157378" sldId="309"/>
            <ac:spMk id="1772" creationId="{00000000-0000-0000-0000-000000000000}"/>
          </ac:spMkLst>
        </pc:spChg>
        <pc:spChg chg="del">
          <ac:chgData name="kiran kumar" userId="3042ffa7b2ecd34f" providerId="LiveId" clId="{AFCEA1C2-1BAD-44C3-854A-CCB428287ED1}" dt="2023-12-22T12:41:36.597" v="4371" actId="478"/>
          <ac:spMkLst>
            <pc:docMk/>
            <pc:sldMk cId="3135157378" sldId="309"/>
            <ac:spMk id="1773" creationId="{00000000-0000-0000-0000-000000000000}"/>
          </ac:spMkLst>
        </pc:spChg>
        <pc:spChg chg="del">
          <ac:chgData name="kiran kumar" userId="3042ffa7b2ecd34f" providerId="LiveId" clId="{AFCEA1C2-1BAD-44C3-854A-CCB428287ED1}" dt="2023-12-22T12:41:48.082" v="4375" actId="478"/>
          <ac:spMkLst>
            <pc:docMk/>
            <pc:sldMk cId="3135157378" sldId="309"/>
            <ac:spMk id="1774" creationId="{00000000-0000-0000-0000-000000000000}"/>
          </ac:spMkLst>
        </pc:spChg>
        <pc:spChg chg="del">
          <ac:chgData name="kiran kumar" userId="3042ffa7b2ecd34f" providerId="LiveId" clId="{AFCEA1C2-1BAD-44C3-854A-CCB428287ED1}" dt="2023-12-22T12:41:44.102" v="4373" actId="478"/>
          <ac:spMkLst>
            <pc:docMk/>
            <pc:sldMk cId="3135157378" sldId="309"/>
            <ac:spMk id="1775" creationId="{00000000-0000-0000-0000-000000000000}"/>
          </ac:spMkLst>
        </pc:spChg>
        <pc:spChg chg="del">
          <ac:chgData name="kiran kumar" userId="3042ffa7b2ecd34f" providerId="LiveId" clId="{AFCEA1C2-1BAD-44C3-854A-CCB428287ED1}" dt="2023-12-22T12:41:10.856" v="4363" actId="478"/>
          <ac:spMkLst>
            <pc:docMk/>
            <pc:sldMk cId="3135157378" sldId="309"/>
            <ac:spMk id="1776" creationId="{00000000-0000-0000-0000-000000000000}"/>
          </ac:spMkLst>
        </pc:spChg>
        <pc:spChg chg="del">
          <ac:chgData name="kiran kumar" userId="3042ffa7b2ecd34f" providerId="LiveId" clId="{AFCEA1C2-1BAD-44C3-854A-CCB428287ED1}" dt="2023-12-22T12:41:06.031" v="4361" actId="478"/>
          <ac:spMkLst>
            <pc:docMk/>
            <pc:sldMk cId="3135157378" sldId="309"/>
            <ac:spMk id="1777" creationId="{00000000-0000-0000-0000-000000000000}"/>
          </ac:spMkLst>
        </pc:spChg>
        <pc:spChg chg="del">
          <ac:chgData name="kiran kumar" userId="3042ffa7b2ecd34f" providerId="LiveId" clId="{AFCEA1C2-1BAD-44C3-854A-CCB428287ED1}" dt="2023-12-22T12:40:58.662" v="4359" actId="478"/>
          <ac:spMkLst>
            <pc:docMk/>
            <pc:sldMk cId="3135157378" sldId="309"/>
            <ac:spMk id="1778" creationId="{00000000-0000-0000-0000-000000000000}"/>
          </ac:spMkLst>
        </pc:spChg>
        <pc:spChg chg="del">
          <ac:chgData name="kiran kumar" userId="3042ffa7b2ecd34f" providerId="LiveId" clId="{AFCEA1C2-1BAD-44C3-854A-CCB428287ED1}" dt="2023-12-22T12:40:52.482" v="4357" actId="478"/>
          <ac:spMkLst>
            <pc:docMk/>
            <pc:sldMk cId="3135157378" sldId="309"/>
            <ac:spMk id="1779" creationId="{00000000-0000-0000-0000-000000000000}"/>
          </ac:spMkLst>
        </pc:spChg>
        <pc:grpChg chg="del">
          <ac:chgData name="kiran kumar" userId="3042ffa7b2ecd34f" providerId="LiveId" clId="{AFCEA1C2-1BAD-44C3-854A-CCB428287ED1}" dt="2023-12-22T12:40:43.262" v="4353" actId="478"/>
          <ac:grpSpMkLst>
            <pc:docMk/>
            <pc:sldMk cId="3135157378" sldId="309"/>
            <ac:grpSpMk id="1746" creationId="{00000000-0000-0000-0000-000000000000}"/>
          </ac:grpSpMkLst>
        </pc:grpChg>
        <pc:grpChg chg="del">
          <ac:chgData name="kiran kumar" userId="3042ffa7b2ecd34f" providerId="LiveId" clId="{AFCEA1C2-1BAD-44C3-854A-CCB428287ED1}" dt="2023-12-22T12:40:45" v="4354" actId="478"/>
          <ac:grpSpMkLst>
            <pc:docMk/>
            <pc:sldMk cId="3135157378" sldId="309"/>
            <ac:grpSpMk id="1752" creationId="{00000000-0000-0000-0000-000000000000}"/>
          </ac:grpSpMkLst>
        </pc:grpChg>
        <pc:picChg chg="add mod">
          <ac:chgData name="kiran kumar" userId="3042ffa7b2ecd34f" providerId="LiveId" clId="{AFCEA1C2-1BAD-44C3-854A-CCB428287ED1}" dt="2023-12-22T14:49:56.365" v="5243" actId="1076"/>
          <ac:picMkLst>
            <pc:docMk/>
            <pc:sldMk cId="3135157378" sldId="309"/>
            <ac:picMk id="20" creationId="{4B623ED7-C721-4AF3-30AC-641931A09F76}"/>
          </ac:picMkLst>
        </pc:picChg>
        <pc:cxnChg chg="del">
          <ac:chgData name="kiran kumar" userId="3042ffa7b2ecd34f" providerId="LiveId" clId="{AFCEA1C2-1BAD-44C3-854A-CCB428287ED1}" dt="2023-12-22T12:40:49.340" v="4356" actId="478"/>
          <ac:cxnSpMkLst>
            <pc:docMk/>
            <pc:sldMk cId="3135157378" sldId="309"/>
            <ac:cxnSpMk id="1750" creationId="{00000000-0000-0000-0000-000000000000}"/>
          </ac:cxnSpMkLst>
        </pc:cxnChg>
        <pc:cxnChg chg="del">
          <ac:chgData name="kiran kumar" userId="3042ffa7b2ecd34f" providerId="LiveId" clId="{AFCEA1C2-1BAD-44C3-854A-CCB428287ED1}" dt="2023-12-22T12:40:47.005" v="4355" actId="478"/>
          <ac:cxnSpMkLst>
            <pc:docMk/>
            <pc:sldMk cId="3135157378" sldId="309"/>
            <ac:cxnSpMk id="1751" creationId="{00000000-0000-0000-0000-000000000000}"/>
          </ac:cxnSpMkLst>
        </pc:cxnChg>
        <pc:cxnChg chg="del">
          <ac:chgData name="kiran kumar" userId="3042ffa7b2ecd34f" providerId="LiveId" clId="{AFCEA1C2-1BAD-44C3-854A-CCB428287ED1}" dt="2023-12-22T12:41:27.077" v="4368" actId="478"/>
          <ac:cxnSpMkLst>
            <pc:docMk/>
            <pc:sldMk cId="3135157378" sldId="309"/>
            <ac:cxnSpMk id="1770" creationId="{00000000-0000-0000-0000-000000000000}"/>
          </ac:cxnSpMkLst>
        </pc:cxnChg>
        <pc:cxnChg chg="del">
          <ac:chgData name="kiran kumar" userId="3042ffa7b2ecd34f" providerId="LiveId" clId="{AFCEA1C2-1BAD-44C3-854A-CCB428287ED1}" dt="2023-12-22T12:41:25.134" v="4367" actId="478"/>
          <ac:cxnSpMkLst>
            <pc:docMk/>
            <pc:sldMk cId="3135157378" sldId="309"/>
            <ac:cxnSpMk id="1771" creationId="{00000000-0000-0000-0000-000000000000}"/>
          </ac:cxnSpMkLst>
        </pc:cxnChg>
      </pc:sldChg>
      <pc:sldChg chg="del">
        <pc:chgData name="kiran kumar" userId="3042ffa7b2ecd34f" providerId="LiveId" clId="{AFCEA1C2-1BAD-44C3-854A-CCB428287ED1}" dt="2023-12-22T15:57:16.041" v="5434" actId="47"/>
        <pc:sldMkLst>
          <pc:docMk/>
          <pc:sldMk cId="0" sldId="310"/>
        </pc:sldMkLst>
      </pc:sldChg>
      <pc:sldChg chg="del">
        <pc:chgData name="kiran kumar" userId="3042ffa7b2ecd34f" providerId="LiveId" clId="{AFCEA1C2-1BAD-44C3-854A-CCB428287ED1}" dt="2023-12-22T15:57:17.044" v="5435" actId="47"/>
        <pc:sldMkLst>
          <pc:docMk/>
          <pc:sldMk cId="0" sldId="311"/>
        </pc:sldMkLst>
      </pc:sldChg>
      <pc:sldChg chg="del">
        <pc:chgData name="kiran kumar" userId="3042ffa7b2ecd34f" providerId="LiveId" clId="{AFCEA1C2-1BAD-44C3-854A-CCB428287ED1}" dt="2023-12-22T15:57:17.906" v="5436" actId="47"/>
        <pc:sldMkLst>
          <pc:docMk/>
          <pc:sldMk cId="0" sldId="312"/>
        </pc:sldMkLst>
      </pc:sldChg>
      <pc:sldChg chg="del">
        <pc:chgData name="kiran kumar" userId="3042ffa7b2ecd34f" providerId="LiveId" clId="{AFCEA1C2-1BAD-44C3-854A-CCB428287ED1}" dt="2023-12-22T15:57:18.673" v="5437" actId="47"/>
        <pc:sldMkLst>
          <pc:docMk/>
          <pc:sldMk cId="0" sldId="313"/>
        </pc:sldMkLst>
      </pc:sldChg>
      <pc:sldChg chg="del">
        <pc:chgData name="kiran kumar" userId="3042ffa7b2ecd34f" providerId="LiveId" clId="{AFCEA1C2-1BAD-44C3-854A-CCB428287ED1}" dt="2023-12-22T15:57:19.533" v="5438" actId="47"/>
        <pc:sldMkLst>
          <pc:docMk/>
          <pc:sldMk cId="0" sldId="314"/>
        </pc:sldMkLst>
      </pc:sldChg>
      <pc:sldChg chg="del">
        <pc:chgData name="kiran kumar" userId="3042ffa7b2ecd34f" providerId="LiveId" clId="{AFCEA1C2-1BAD-44C3-854A-CCB428287ED1}" dt="2023-12-22T15:57:20.309" v="5439" actId="47"/>
        <pc:sldMkLst>
          <pc:docMk/>
          <pc:sldMk cId="0" sldId="315"/>
        </pc:sldMkLst>
      </pc:sldChg>
      <pc:sldChg chg="del">
        <pc:chgData name="kiran kumar" userId="3042ffa7b2ecd34f" providerId="LiveId" clId="{AFCEA1C2-1BAD-44C3-854A-CCB428287ED1}" dt="2023-12-22T15:57:21.250" v="5440" actId="47"/>
        <pc:sldMkLst>
          <pc:docMk/>
          <pc:sldMk cId="0" sldId="316"/>
        </pc:sldMkLst>
      </pc:sldChg>
      <pc:sldChg chg="del">
        <pc:chgData name="kiran kumar" userId="3042ffa7b2ecd34f" providerId="LiveId" clId="{AFCEA1C2-1BAD-44C3-854A-CCB428287ED1}" dt="2023-12-22T15:57:22.019" v="5441" actId="47"/>
        <pc:sldMkLst>
          <pc:docMk/>
          <pc:sldMk cId="0" sldId="317"/>
        </pc:sldMkLst>
      </pc:sldChg>
      <pc:sldChg chg="del">
        <pc:chgData name="kiran kumar" userId="3042ffa7b2ecd34f" providerId="LiveId" clId="{AFCEA1C2-1BAD-44C3-854A-CCB428287ED1}" dt="2023-12-22T15:57:22.953" v="5442" actId="47"/>
        <pc:sldMkLst>
          <pc:docMk/>
          <pc:sldMk cId="0" sldId="318"/>
        </pc:sldMkLst>
      </pc:sldChg>
      <pc:sldChg chg="modSp del mod">
        <pc:chgData name="kiran kumar" userId="3042ffa7b2ecd34f" providerId="LiveId" clId="{AFCEA1C2-1BAD-44C3-854A-CCB428287ED1}" dt="2023-12-22T15:57:23.584" v="5443" actId="47"/>
        <pc:sldMkLst>
          <pc:docMk/>
          <pc:sldMk cId="0" sldId="319"/>
        </pc:sldMkLst>
        <pc:graphicFrameChg chg="mod modGraphic">
          <ac:chgData name="kiran kumar" userId="3042ffa7b2ecd34f" providerId="LiveId" clId="{AFCEA1C2-1BAD-44C3-854A-CCB428287ED1}" dt="2023-12-21T13:44:07.164" v="4227" actId="1076"/>
          <ac:graphicFrameMkLst>
            <pc:docMk/>
            <pc:sldMk cId="0" sldId="319"/>
            <ac:graphicFrameMk id="2064" creationId="{00000000-0000-0000-0000-000000000000}"/>
          </ac:graphicFrameMkLst>
        </pc:graphicFrameChg>
        <pc:graphicFrameChg chg="mod">
          <ac:chgData name="kiran kumar" userId="3042ffa7b2ecd34f" providerId="LiveId" clId="{AFCEA1C2-1BAD-44C3-854A-CCB428287ED1}" dt="2023-12-21T13:44:11.254" v="4228" actId="1076"/>
          <ac:graphicFrameMkLst>
            <pc:docMk/>
            <pc:sldMk cId="0" sldId="319"/>
            <ac:graphicFrameMk id="2065" creationId="{00000000-0000-0000-0000-000000000000}"/>
          </ac:graphicFrameMkLst>
        </pc:graphicFrameChg>
      </pc:sldChg>
      <pc:sldChg chg="del">
        <pc:chgData name="kiran kumar" userId="3042ffa7b2ecd34f" providerId="LiveId" clId="{AFCEA1C2-1BAD-44C3-854A-CCB428287ED1}" dt="2023-12-22T15:57:24.280" v="5444" actId="47"/>
        <pc:sldMkLst>
          <pc:docMk/>
          <pc:sldMk cId="0" sldId="320"/>
        </pc:sldMkLst>
      </pc:sldChg>
      <pc:sldChg chg="addSp delSp modSp mod ord modTransition modNotes">
        <pc:chgData name="kiran kumar" userId="3042ffa7b2ecd34f" providerId="LiveId" clId="{AFCEA1C2-1BAD-44C3-854A-CCB428287ED1}" dt="2023-12-22T15:53:13.657" v="5386"/>
        <pc:sldMkLst>
          <pc:docMk/>
          <pc:sldMk cId="0" sldId="321"/>
        </pc:sldMkLst>
        <pc:spChg chg="add del mod">
          <ac:chgData name="kiran kumar" userId="3042ffa7b2ecd34f" providerId="LiveId" clId="{AFCEA1C2-1BAD-44C3-854A-CCB428287ED1}" dt="2023-12-22T12:41:56.410" v="4378" actId="478"/>
          <ac:spMkLst>
            <pc:docMk/>
            <pc:sldMk cId="0" sldId="321"/>
            <ac:spMk id="3" creationId="{8FFF6261-027B-1FA4-FD0A-79096C6C9FD9}"/>
          </ac:spMkLst>
        </pc:spChg>
        <pc:spChg chg="add del mod">
          <ac:chgData name="kiran kumar" userId="3042ffa7b2ecd34f" providerId="LiveId" clId="{AFCEA1C2-1BAD-44C3-854A-CCB428287ED1}" dt="2023-12-22T12:42:00.485" v="4380" actId="478"/>
          <ac:spMkLst>
            <pc:docMk/>
            <pc:sldMk cId="0" sldId="321"/>
            <ac:spMk id="5" creationId="{93CF09E2-3465-9B6F-AEAE-E8259EFD783C}"/>
          </ac:spMkLst>
        </pc:spChg>
        <pc:spChg chg="add del mod">
          <ac:chgData name="kiran kumar" userId="3042ffa7b2ecd34f" providerId="LiveId" clId="{AFCEA1C2-1BAD-44C3-854A-CCB428287ED1}" dt="2023-12-22T12:42:07.615" v="4382" actId="478"/>
          <ac:spMkLst>
            <pc:docMk/>
            <pc:sldMk cId="0" sldId="321"/>
            <ac:spMk id="7" creationId="{0B4827B5-2298-DA78-B180-5C5BC120A638}"/>
          </ac:spMkLst>
        </pc:spChg>
        <pc:spChg chg="add mod">
          <ac:chgData name="kiran kumar" userId="3042ffa7b2ecd34f" providerId="LiveId" clId="{AFCEA1C2-1BAD-44C3-854A-CCB428287ED1}" dt="2023-12-22T15:14:12.063" v="5282" actId="255"/>
          <ac:spMkLst>
            <pc:docMk/>
            <pc:sldMk cId="0" sldId="321"/>
            <ac:spMk id="10" creationId="{C0B5037A-9F56-A1E9-24BC-FCD80EF7B9E7}"/>
          </ac:spMkLst>
        </pc:spChg>
        <pc:spChg chg="del">
          <ac:chgData name="kiran kumar" userId="3042ffa7b2ecd34f" providerId="LiveId" clId="{AFCEA1C2-1BAD-44C3-854A-CCB428287ED1}" dt="2023-12-22T12:42:04.148" v="4381" actId="478"/>
          <ac:spMkLst>
            <pc:docMk/>
            <pc:sldMk cId="0" sldId="321"/>
            <ac:spMk id="2085" creationId="{00000000-0000-0000-0000-000000000000}"/>
          </ac:spMkLst>
        </pc:spChg>
        <pc:spChg chg="del">
          <ac:chgData name="kiran kumar" userId="3042ffa7b2ecd34f" providerId="LiveId" clId="{AFCEA1C2-1BAD-44C3-854A-CCB428287ED1}" dt="2023-12-22T12:41:55.052" v="4377" actId="478"/>
          <ac:spMkLst>
            <pc:docMk/>
            <pc:sldMk cId="0" sldId="321"/>
            <ac:spMk id="2086" creationId="{00000000-0000-0000-0000-000000000000}"/>
          </ac:spMkLst>
        </pc:spChg>
        <pc:spChg chg="del">
          <ac:chgData name="kiran kumar" userId="3042ffa7b2ecd34f" providerId="LiveId" clId="{AFCEA1C2-1BAD-44C3-854A-CCB428287ED1}" dt="2023-12-22T12:41:59.285" v="4379" actId="478"/>
          <ac:spMkLst>
            <pc:docMk/>
            <pc:sldMk cId="0" sldId="321"/>
            <ac:spMk id="2087" creationId="{00000000-0000-0000-0000-000000000000}"/>
          </ac:spMkLst>
        </pc:spChg>
        <pc:picChg chg="add mod">
          <ac:chgData name="kiran kumar" userId="3042ffa7b2ecd34f" providerId="LiveId" clId="{AFCEA1C2-1BAD-44C3-854A-CCB428287ED1}" dt="2023-12-22T15:13:17.409" v="5270" actId="1076"/>
          <ac:picMkLst>
            <pc:docMk/>
            <pc:sldMk cId="0" sldId="321"/>
            <ac:picMk id="9" creationId="{86402A3D-B52F-D3D2-BDB9-E0C94ACDA415}"/>
          </ac:picMkLst>
        </pc:picChg>
      </pc:sldChg>
      <pc:sldChg chg="del">
        <pc:chgData name="kiran kumar" userId="3042ffa7b2ecd34f" providerId="LiveId" clId="{AFCEA1C2-1BAD-44C3-854A-CCB428287ED1}" dt="2023-12-22T15:57:24.896" v="5445" actId="47"/>
        <pc:sldMkLst>
          <pc:docMk/>
          <pc:sldMk cId="0" sldId="322"/>
        </pc:sldMkLst>
      </pc:sldChg>
      <pc:sldChg chg="addSp delSp modSp mod ord modTransition modNotes">
        <pc:chgData name="kiran kumar" userId="3042ffa7b2ecd34f" providerId="LiveId" clId="{AFCEA1C2-1BAD-44C3-854A-CCB428287ED1}" dt="2023-12-22T15:53:16.455" v="5387"/>
        <pc:sldMkLst>
          <pc:docMk/>
          <pc:sldMk cId="0" sldId="323"/>
        </pc:sldMkLst>
        <pc:spChg chg="add del mod">
          <ac:chgData name="kiran kumar" userId="3042ffa7b2ecd34f" providerId="LiveId" clId="{AFCEA1C2-1BAD-44C3-854A-CCB428287ED1}" dt="2023-12-22T12:42:41.683" v="4399" actId="478"/>
          <ac:spMkLst>
            <pc:docMk/>
            <pc:sldMk cId="0" sldId="323"/>
            <ac:spMk id="3" creationId="{8F4CC717-5DA4-F398-CBEC-A553A8EA717D}"/>
          </ac:spMkLst>
        </pc:spChg>
        <pc:spChg chg="add mod">
          <ac:chgData name="kiran kumar" userId="3042ffa7b2ecd34f" providerId="LiveId" clId="{AFCEA1C2-1BAD-44C3-854A-CCB428287ED1}" dt="2023-12-22T15:16:15.121" v="5318" actId="1076"/>
          <ac:spMkLst>
            <pc:docMk/>
            <pc:sldMk cId="0" sldId="323"/>
            <ac:spMk id="5" creationId="{22A52ED8-3F55-C0B6-30B6-46E8F1AB9D10}"/>
          </ac:spMkLst>
        </pc:spChg>
        <pc:spChg chg="del">
          <ac:chgData name="kiran kumar" userId="3042ffa7b2ecd34f" providerId="LiveId" clId="{AFCEA1C2-1BAD-44C3-854A-CCB428287ED1}" dt="2023-12-22T12:42:39.747" v="4398" actId="478"/>
          <ac:spMkLst>
            <pc:docMk/>
            <pc:sldMk cId="0" sldId="323"/>
            <ac:spMk id="2099" creationId="{00000000-0000-0000-0000-000000000000}"/>
          </ac:spMkLst>
        </pc:spChg>
        <pc:spChg chg="del">
          <ac:chgData name="kiran kumar" userId="3042ffa7b2ecd34f" providerId="LiveId" clId="{AFCEA1C2-1BAD-44C3-854A-CCB428287ED1}" dt="2023-12-22T12:42:24.080" v="4389" actId="478"/>
          <ac:spMkLst>
            <pc:docMk/>
            <pc:sldMk cId="0" sldId="323"/>
            <ac:spMk id="2109" creationId="{00000000-0000-0000-0000-000000000000}"/>
          </ac:spMkLst>
        </pc:spChg>
        <pc:spChg chg="del">
          <ac:chgData name="kiran kumar" userId="3042ffa7b2ecd34f" providerId="LiveId" clId="{AFCEA1C2-1BAD-44C3-854A-CCB428287ED1}" dt="2023-12-22T12:42:16.235" v="4386" actId="478"/>
          <ac:spMkLst>
            <pc:docMk/>
            <pc:sldMk cId="0" sldId="323"/>
            <ac:spMk id="2117" creationId="{00000000-0000-0000-0000-000000000000}"/>
          </ac:spMkLst>
        </pc:spChg>
        <pc:spChg chg="del">
          <ac:chgData name="kiran kumar" userId="3042ffa7b2ecd34f" providerId="LiveId" clId="{AFCEA1C2-1BAD-44C3-854A-CCB428287ED1}" dt="2023-12-22T12:42:14.798" v="4385" actId="478"/>
          <ac:spMkLst>
            <pc:docMk/>
            <pc:sldMk cId="0" sldId="323"/>
            <ac:spMk id="2185" creationId="{00000000-0000-0000-0000-000000000000}"/>
          </ac:spMkLst>
        </pc:spChg>
        <pc:grpChg chg="del">
          <ac:chgData name="kiran kumar" userId="3042ffa7b2ecd34f" providerId="LiveId" clId="{AFCEA1C2-1BAD-44C3-854A-CCB428287ED1}" dt="2023-12-22T12:42:11.221" v="4383" actId="478"/>
          <ac:grpSpMkLst>
            <pc:docMk/>
            <pc:sldMk cId="0" sldId="323"/>
            <ac:grpSpMk id="2100" creationId="{00000000-0000-0000-0000-000000000000}"/>
          </ac:grpSpMkLst>
        </pc:grpChg>
        <pc:grpChg chg="del">
          <ac:chgData name="kiran kumar" userId="3042ffa7b2ecd34f" providerId="LiveId" clId="{AFCEA1C2-1BAD-44C3-854A-CCB428287ED1}" dt="2023-12-22T12:42:36.319" v="4397" actId="478"/>
          <ac:grpSpMkLst>
            <pc:docMk/>
            <pc:sldMk cId="0" sldId="323"/>
            <ac:grpSpMk id="2103" creationId="{00000000-0000-0000-0000-000000000000}"/>
          </ac:grpSpMkLst>
        </pc:grpChg>
        <pc:grpChg chg="del">
          <ac:chgData name="kiran kumar" userId="3042ffa7b2ecd34f" providerId="LiveId" clId="{AFCEA1C2-1BAD-44C3-854A-CCB428287ED1}" dt="2023-12-22T12:42:17.651" v="4387" actId="478"/>
          <ac:grpSpMkLst>
            <pc:docMk/>
            <pc:sldMk cId="0" sldId="323"/>
            <ac:grpSpMk id="2110" creationId="{00000000-0000-0000-0000-000000000000}"/>
          </ac:grpSpMkLst>
        </pc:grpChg>
        <pc:grpChg chg="del">
          <ac:chgData name="kiran kumar" userId="3042ffa7b2ecd34f" providerId="LiveId" clId="{AFCEA1C2-1BAD-44C3-854A-CCB428287ED1}" dt="2023-12-22T12:42:34.924" v="4396" actId="478"/>
          <ac:grpSpMkLst>
            <pc:docMk/>
            <pc:sldMk cId="0" sldId="323"/>
            <ac:grpSpMk id="2118" creationId="{00000000-0000-0000-0000-000000000000}"/>
          </ac:grpSpMkLst>
        </pc:grpChg>
        <pc:grpChg chg="del">
          <ac:chgData name="kiran kumar" userId="3042ffa7b2ecd34f" providerId="LiveId" clId="{AFCEA1C2-1BAD-44C3-854A-CCB428287ED1}" dt="2023-12-22T12:42:32.105" v="4394" actId="478"/>
          <ac:grpSpMkLst>
            <pc:docMk/>
            <pc:sldMk cId="0" sldId="323"/>
            <ac:grpSpMk id="2129" creationId="{00000000-0000-0000-0000-000000000000}"/>
          </ac:grpSpMkLst>
        </pc:grpChg>
        <pc:grpChg chg="del">
          <ac:chgData name="kiran kumar" userId="3042ffa7b2ecd34f" providerId="LiveId" clId="{AFCEA1C2-1BAD-44C3-854A-CCB428287ED1}" dt="2023-12-22T12:42:25.732" v="4390" actId="478"/>
          <ac:grpSpMkLst>
            <pc:docMk/>
            <pc:sldMk cId="0" sldId="323"/>
            <ac:grpSpMk id="2136" creationId="{00000000-0000-0000-0000-000000000000}"/>
          </ac:grpSpMkLst>
        </pc:grpChg>
        <pc:grpChg chg="del">
          <ac:chgData name="kiran kumar" userId="3042ffa7b2ecd34f" providerId="LiveId" clId="{AFCEA1C2-1BAD-44C3-854A-CCB428287ED1}" dt="2023-12-22T12:42:21.881" v="4388" actId="478"/>
          <ac:grpSpMkLst>
            <pc:docMk/>
            <pc:sldMk cId="0" sldId="323"/>
            <ac:grpSpMk id="2162" creationId="{00000000-0000-0000-0000-000000000000}"/>
          </ac:grpSpMkLst>
        </pc:grpChg>
        <pc:grpChg chg="del">
          <ac:chgData name="kiran kumar" userId="3042ffa7b2ecd34f" providerId="LiveId" clId="{AFCEA1C2-1BAD-44C3-854A-CCB428287ED1}" dt="2023-12-22T12:42:30.986" v="4393" actId="478"/>
          <ac:grpSpMkLst>
            <pc:docMk/>
            <pc:sldMk cId="0" sldId="323"/>
            <ac:grpSpMk id="2168" creationId="{00000000-0000-0000-0000-000000000000}"/>
          </ac:grpSpMkLst>
        </pc:grpChg>
        <pc:grpChg chg="del">
          <ac:chgData name="kiran kumar" userId="3042ffa7b2ecd34f" providerId="LiveId" clId="{AFCEA1C2-1BAD-44C3-854A-CCB428287ED1}" dt="2023-12-22T12:42:33.552" v="4395" actId="478"/>
          <ac:grpSpMkLst>
            <pc:docMk/>
            <pc:sldMk cId="0" sldId="323"/>
            <ac:grpSpMk id="2176" creationId="{00000000-0000-0000-0000-000000000000}"/>
          </ac:grpSpMkLst>
        </pc:grpChg>
        <pc:grpChg chg="del">
          <ac:chgData name="kiran kumar" userId="3042ffa7b2ecd34f" providerId="LiveId" clId="{AFCEA1C2-1BAD-44C3-854A-CCB428287ED1}" dt="2023-12-22T12:42:27.320" v="4391" actId="478"/>
          <ac:grpSpMkLst>
            <pc:docMk/>
            <pc:sldMk cId="0" sldId="323"/>
            <ac:grpSpMk id="2186" creationId="{00000000-0000-0000-0000-000000000000}"/>
          </ac:grpSpMkLst>
        </pc:grpChg>
        <pc:grpChg chg="del">
          <ac:chgData name="kiran kumar" userId="3042ffa7b2ecd34f" providerId="LiveId" clId="{AFCEA1C2-1BAD-44C3-854A-CCB428287ED1}" dt="2023-12-22T12:42:12.959" v="4384" actId="478"/>
          <ac:grpSpMkLst>
            <pc:docMk/>
            <pc:sldMk cId="0" sldId="323"/>
            <ac:grpSpMk id="2194" creationId="{00000000-0000-0000-0000-000000000000}"/>
          </ac:grpSpMkLst>
        </pc:grpChg>
        <pc:grpChg chg="del">
          <ac:chgData name="kiran kumar" userId="3042ffa7b2ecd34f" providerId="LiveId" clId="{AFCEA1C2-1BAD-44C3-854A-CCB428287ED1}" dt="2023-12-22T12:42:29.271" v="4392" actId="478"/>
          <ac:grpSpMkLst>
            <pc:docMk/>
            <pc:sldMk cId="0" sldId="323"/>
            <ac:grpSpMk id="2197" creationId="{00000000-0000-0000-0000-000000000000}"/>
          </ac:grpSpMkLst>
        </pc:grpChg>
        <pc:picChg chg="add mod">
          <ac:chgData name="kiran kumar" userId="3042ffa7b2ecd34f" providerId="LiveId" clId="{AFCEA1C2-1BAD-44C3-854A-CCB428287ED1}" dt="2023-12-22T15:15:14.423" v="5294" actId="1076"/>
          <ac:picMkLst>
            <pc:docMk/>
            <pc:sldMk cId="0" sldId="323"/>
            <ac:picMk id="4" creationId="{9E35EC14-4F59-2380-50AF-2D39F09F2B2C}"/>
          </ac:picMkLst>
        </pc:picChg>
      </pc:sldChg>
      <pc:sldChg chg="addSp delSp modSp new mod">
        <pc:chgData name="kiran kumar" userId="3042ffa7b2ecd34f" providerId="LiveId" clId="{AFCEA1C2-1BAD-44C3-854A-CCB428287ED1}" dt="2023-12-22T17:17:29.775" v="5673" actId="1076"/>
        <pc:sldMkLst>
          <pc:docMk/>
          <pc:sldMk cId="389288474" sldId="324"/>
        </pc:sldMkLst>
        <pc:spChg chg="del">
          <ac:chgData name="kiran kumar" userId="3042ffa7b2ecd34f" providerId="LiveId" clId="{AFCEA1C2-1BAD-44C3-854A-CCB428287ED1}" dt="2023-12-22T17:14:28.884" v="5644" actId="478"/>
          <ac:spMkLst>
            <pc:docMk/>
            <pc:sldMk cId="389288474" sldId="324"/>
            <ac:spMk id="2" creationId="{FE845C6D-FD5F-371F-1EA6-FD07B3262670}"/>
          </ac:spMkLst>
        </pc:spChg>
        <pc:spChg chg="del">
          <ac:chgData name="kiran kumar" userId="3042ffa7b2ecd34f" providerId="LiveId" clId="{AFCEA1C2-1BAD-44C3-854A-CCB428287ED1}" dt="2023-12-22T17:14:32.869" v="5646" actId="478"/>
          <ac:spMkLst>
            <pc:docMk/>
            <pc:sldMk cId="389288474" sldId="324"/>
            <ac:spMk id="3" creationId="{3236D3A3-3423-31FD-F877-331B1FF6A0C0}"/>
          </ac:spMkLst>
        </pc:spChg>
        <pc:spChg chg="del">
          <ac:chgData name="kiran kumar" userId="3042ffa7b2ecd34f" providerId="LiveId" clId="{AFCEA1C2-1BAD-44C3-854A-CCB428287ED1}" dt="2023-12-22T17:14:24.775" v="5642" actId="478"/>
          <ac:spMkLst>
            <pc:docMk/>
            <pc:sldMk cId="389288474" sldId="324"/>
            <ac:spMk id="4" creationId="{7DEB4EFE-1D84-0C6D-ED6E-622517F25334}"/>
          </ac:spMkLst>
        </pc:spChg>
        <pc:spChg chg="del">
          <ac:chgData name="kiran kumar" userId="3042ffa7b2ecd34f" providerId="LiveId" clId="{AFCEA1C2-1BAD-44C3-854A-CCB428287ED1}" dt="2023-12-22T17:14:18.593" v="5640" actId="478"/>
          <ac:spMkLst>
            <pc:docMk/>
            <pc:sldMk cId="389288474" sldId="324"/>
            <ac:spMk id="5" creationId="{EDCC0913-B25F-198C-9B5F-4E5DAAE13169}"/>
          </ac:spMkLst>
        </pc:spChg>
        <pc:spChg chg="del">
          <ac:chgData name="kiran kumar" userId="3042ffa7b2ecd34f" providerId="LiveId" clId="{AFCEA1C2-1BAD-44C3-854A-CCB428287ED1}" dt="2023-12-22T17:14:31.550" v="5645" actId="478"/>
          <ac:spMkLst>
            <pc:docMk/>
            <pc:sldMk cId="389288474" sldId="324"/>
            <ac:spMk id="6" creationId="{3DE3E69E-85E6-D80D-C3FD-AA04E9775A04}"/>
          </ac:spMkLst>
        </pc:spChg>
        <pc:spChg chg="del">
          <ac:chgData name="kiran kumar" userId="3042ffa7b2ecd34f" providerId="LiveId" clId="{AFCEA1C2-1BAD-44C3-854A-CCB428287ED1}" dt="2023-12-22T17:14:22.273" v="5641" actId="478"/>
          <ac:spMkLst>
            <pc:docMk/>
            <pc:sldMk cId="389288474" sldId="324"/>
            <ac:spMk id="7" creationId="{5227DA64-7324-78D8-E1DE-699A57072937}"/>
          </ac:spMkLst>
        </pc:spChg>
        <pc:spChg chg="del">
          <ac:chgData name="kiran kumar" userId="3042ffa7b2ecd34f" providerId="LiveId" clId="{AFCEA1C2-1BAD-44C3-854A-CCB428287ED1}" dt="2023-12-22T17:14:26.874" v="5643" actId="478"/>
          <ac:spMkLst>
            <pc:docMk/>
            <pc:sldMk cId="389288474" sldId="324"/>
            <ac:spMk id="8" creationId="{B08FBCD5-3230-1716-9025-29E9DF89ED42}"/>
          </ac:spMkLst>
        </pc:spChg>
        <pc:spChg chg="add mod">
          <ac:chgData name="kiran kumar" userId="3042ffa7b2ecd34f" providerId="LiveId" clId="{AFCEA1C2-1BAD-44C3-854A-CCB428287ED1}" dt="2023-12-22T17:15:09.069" v="5665" actId="1076"/>
          <ac:spMkLst>
            <pc:docMk/>
            <pc:sldMk cId="389288474" sldId="324"/>
            <ac:spMk id="9" creationId="{C661987E-7DA0-B918-F80D-9027608B1215}"/>
          </ac:spMkLst>
        </pc:spChg>
        <pc:picChg chg="add mod">
          <ac:chgData name="kiran kumar" userId="3042ffa7b2ecd34f" providerId="LiveId" clId="{AFCEA1C2-1BAD-44C3-854A-CCB428287ED1}" dt="2023-12-22T17:15:17.049" v="5667" actId="1076"/>
          <ac:picMkLst>
            <pc:docMk/>
            <pc:sldMk cId="389288474" sldId="324"/>
            <ac:picMk id="11" creationId="{7B69FF2F-0768-19D7-2C24-6AC10B887EDE}"/>
          </ac:picMkLst>
        </pc:picChg>
        <pc:picChg chg="add mod">
          <ac:chgData name="kiran kumar" userId="3042ffa7b2ecd34f" providerId="LiveId" clId="{AFCEA1C2-1BAD-44C3-854A-CCB428287ED1}" dt="2023-12-22T17:17:29.775" v="5673" actId="1076"/>
          <ac:picMkLst>
            <pc:docMk/>
            <pc:sldMk cId="389288474" sldId="324"/>
            <ac:picMk id="1026" creationId="{F2AACB66-1E18-FE23-8F4D-80C070395B03}"/>
          </ac:picMkLst>
        </pc:picChg>
      </pc:sldChg>
      <pc:sldChg chg="del">
        <pc:chgData name="kiran kumar" userId="3042ffa7b2ecd34f" providerId="LiveId" clId="{AFCEA1C2-1BAD-44C3-854A-CCB428287ED1}" dt="2023-12-22T15:57:26.535" v="5447" actId="47"/>
        <pc:sldMkLst>
          <pc:docMk/>
          <pc:sldMk cId="0" sldId="325"/>
        </pc:sldMkLst>
      </pc:sldChg>
      <pc:sldChg chg="del">
        <pc:chgData name="kiran kumar" userId="3042ffa7b2ecd34f" providerId="LiveId" clId="{AFCEA1C2-1BAD-44C3-854A-CCB428287ED1}" dt="2023-12-22T15:57:27.354" v="5448" actId="47"/>
        <pc:sldMkLst>
          <pc:docMk/>
          <pc:sldMk cId="0" sldId="326"/>
        </pc:sldMkLst>
      </pc:sldChg>
      <pc:sldChg chg="del">
        <pc:chgData name="kiran kumar" userId="3042ffa7b2ecd34f" providerId="LiveId" clId="{AFCEA1C2-1BAD-44C3-854A-CCB428287ED1}" dt="2023-12-22T15:57:28.097" v="5449" actId="47"/>
        <pc:sldMkLst>
          <pc:docMk/>
          <pc:sldMk cId="0" sldId="327"/>
        </pc:sldMkLst>
      </pc:sldChg>
      <pc:sldChg chg="del">
        <pc:chgData name="kiran kumar" userId="3042ffa7b2ecd34f" providerId="LiveId" clId="{AFCEA1C2-1BAD-44C3-854A-CCB428287ED1}" dt="2023-12-22T15:57:29.538" v="5450" actId="47"/>
        <pc:sldMkLst>
          <pc:docMk/>
          <pc:sldMk cId="0" sldId="328"/>
        </pc:sldMkLst>
      </pc:sldChg>
      <pc:sldChg chg="del">
        <pc:chgData name="kiran kumar" userId="3042ffa7b2ecd34f" providerId="LiveId" clId="{AFCEA1C2-1BAD-44C3-854A-CCB428287ED1}" dt="2023-12-22T15:57:30.102" v="5451" actId="47"/>
        <pc:sldMkLst>
          <pc:docMk/>
          <pc:sldMk cId="0" sldId="329"/>
        </pc:sldMkLst>
      </pc:sldChg>
      <pc:sldChg chg="del">
        <pc:chgData name="kiran kumar" userId="3042ffa7b2ecd34f" providerId="LiveId" clId="{AFCEA1C2-1BAD-44C3-854A-CCB428287ED1}" dt="2023-12-22T15:57:30.987" v="5452" actId="47"/>
        <pc:sldMkLst>
          <pc:docMk/>
          <pc:sldMk cId="0" sldId="330"/>
        </pc:sldMkLst>
      </pc:sldChg>
      <pc:sldChg chg="del">
        <pc:chgData name="kiran kumar" userId="3042ffa7b2ecd34f" providerId="LiveId" clId="{AFCEA1C2-1BAD-44C3-854A-CCB428287ED1}" dt="2023-12-22T15:57:31.613" v="5453" actId="47"/>
        <pc:sldMkLst>
          <pc:docMk/>
          <pc:sldMk cId="0" sldId="331"/>
        </pc:sldMkLst>
      </pc:sldChg>
      <pc:sldChg chg="del">
        <pc:chgData name="kiran kumar" userId="3042ffa7b2ecd34f" providerId="LiveId" clId="{AFCEA1C2-1BAD-44C3-854A-CCB428287ED1}" dt="2023-12-22T15:57:32.197" v="5454" actId="47"/>
        <pc:sldMkLst>
          <pc:docMk/>
          <pc:sldMk cId="0" sldId="332"/>
        </pc:sldMkLst>
      </pc:sldChg>
      <pc:sldChg chg="del">
        <pc:chgData name="kiran kumar" userId="3042ffa7b2ecd34f" providerId="LiveId" clId="{AFCEA1C2-1BAD-44C3-854A-CCB428287ED1}" dt="2023-12-22T15:57:32.665" v="5455" actId="47"/>
        <pc:sldMkLst>
          <pc:docMk/>
          <pc:sldMk cId="0" sldId="333"/>
        </pc:sldMkLst>
      </pc:sldChg>
      <pc:sldChg chg="del">
        <pc:chgData name="kiran kumar" userId="3042ffa7b2ecd34f" providerId="LiveId" clId="{AFCEA1C2-1BAD-44C3-854A-CCB428287ED1}" dt="2023-12-22T15:57:33.070" v="5456" actId="47"/>
        <pc:sldMkLst>
          <pc:docMk/>
          <pc:sldMk cId="0" sldId="334"/>
        </pc:sldMkLst>
      </pc:sldChg>
      <pc:sldChg chg="del">
        <pc:chgData name="kiran kumar" userId="3042ffa7b2ecd34f" providerId="LiveId" clId="{AFCEA1C2-1BAD-44C3-854A-CCB428287ED1}" dt="2023-12-22T15:57:33.482" v="5457" actId="47"/>
        <pc:sldMkLst>
          <pc:docMk/>
          <pc:sldMk cId="0" sldId="335"/>
        </pc:sldMkLst>
      </pc:sldChg>
      <pc:sldChg chg="del">
        <pc:chgData name="kiran kumar" userId="3042ffa7b2ecd34f" providerId="LiveId" clId="{AFCEA1C2-1BAD-44C3-854A-CCB428287ED1}" dt="2023-12-22T15:57:33.897" v="5458" actId="47"/>
        <pc:sldMkLst>
          <pc:docMk/>
          <pc:sldMk cId="0" sldId="336"/>
        </pc:sldMkLst>
      </pc:sldChg>
      <pc:sldChg chg="del">
        <pc:chgData name="kiran kumar" userId="3042ffa7b2ecd34f" providerId="LiveId" clId="{AFCEA1C2-1BAD-44C3-854A-CCB428287ED1}" dt="2023-12-22T15:57:34.325" v="5459" actId="47"/>
        <pc:sldMkLst>
          <pc:docMk/>
          <pc:sldMk cId="0" sldId="337"/>
        </pc:sldMkLst>
      </pc:sldChg>
      <pc:sldChg chg="del">
        <pc:chgData name="kiran kumar" userId="3042ffa7b2ecd34f" providerId="LiveId" clId="{AFCEA1C2-1BAD-44C3-854A-CCB428287ED1}" dt="2023-12-22T15:57:34.713" v="5460" actId="47"/>
        <pc:sldMkLst>
          <pc:docMk/>
          <pc:sldMk cId="0" sldId="338"/>
        </pc:sldMkLst>
      </pc:sldChg>
      <pc:sldChg chg="del">
        <pc:chgData name="kiran kumar" userId="3042ffa7b2ecd34f" providerId="LiveId" clId="{AFCEA1C2-1BAD-44C3-854A-CCB428287ED1}" dt="2023-12-22T15:57:35.070" v="5461" actId="47"/>
        <pc:sldMkLst>
          <pc:docMk/>
          <pc:sldMk cId="0" sldId="339"/>
        </pc:sldMkLst>
      </pc:sldChg>
      <pc:sldChg chg="del">
        <pc:chgData name="kiran kumar" userId="3042ffa7b2ecd34f" providerId="LiveId" clId="{AFCEA1C2-1BAD-44C3-854A-CCB428287ED1}" dt="2023-12-22T15:57:35.417" v="5462" actId="47"/>
        <pc:sldMkLst>
          <pc:docMk/>
          <pc:sldMk cId="0" sldId="340"/>
        </pc:sldMkLst>
      </pc:sldChg>
      <pc:sldChg chg="del">
        <pc:chgData name="kiran kumar" userId="3042ffa7b2ecd34f" providerId="LiveId" clId="{AFCEA1C2-1BAD-44C3-854A-CCB428287ED1}" dt="2023-12-22T15:57:35.800" v="5463" actId="47"/>
        <pc:sldMkLst>
          <pc:docMk/>
          <pc:sldMk cId="0" sldId="341"/>
        </pc:sldMkLst>
      </pc:sldChg>
      <pc:sldChg chg="del">
        <pc:chgData name="kiran kumar" userId="3042ffa7b2ecd34f" providerId="LiveId" clId="{AFCEA1C2-1BAD-44C3-854A-CCB428287ED1}" dt="2023-12-22T15:57:36.104" v="5464" actId="47"/>
        <pc:sldMkLst>
          <pc:docMk/>
          <pc:sldMk cId="0" sldId="342"/>
        </pc:sldMkLst>
      </pc:sldChg>
      <pc:sldChg chg="del">
        <pc:chgData name="kiran kumar" userId="3042ffa7b2ecd34f" providerId="LiveId" clId="{AFCEA1C2-1BAD-44C3-854A-CCB428287ED1}" dt="2023-12-22T15:57:36.369" v="5465" actId="47"/>
        <pc:sldMkLst>
          <pc:docMk/>
          <pc:sldMk cId="0" sldId="343"/>
        </pc:sldMkLst>
      </pc:sldChg>
      <pc:sldMasterChg chg="addSldLayout delSldLayout">
        <pc:chgData name="kiran kumar" userId="3042ffa7b2ecd34f" providerId="LiveId" clId="{AFCEA1C2-1BAD-44C3-854A-CCB428287ED1}" dt="2023-12-22T16:14:14.923" v="5561" actId="47"/>
        <pc:sldMasterMkLst>
          <pc:docMk/>
          <pc:sldMasterMk cId="0" sldId="2147483737"/>
        </pc:sldMasterMkLst>
        <pc:sldLayoutChg chg="del">
          <pc:chgData name="kiran kumar" userId="3042ffa7b2ecd34f" providerId="LiveId" clId="{AFCEA1C2-1BAD-44C3-854A-CCB428287ED1}" dt="2023-12-22T15:54:16.478" v="5396" actId="47"/>
          <pc:sldLayoutMkLst>
            <pc:docMk/>
            <pc:sldMasterMk cId="0" sldId="2147483737"/>
            <pc:sldLayoutMk cId="0" sldId="2147483649"/>
          </pc:sldLayoutMkLst>
        </pc:sldLayoutChg>
        <pc:sldLayoutChg chg="del">
          <pc:chgData name="kiran kumar" userId="3042ffa7b2ecd34f" providerId="LiveId" clId="{AFCEA1C2-1BAD-44C3-854A-CCB428287ED1}" dt="2023-12-22T15:56:50.008" v="5413" actId="47"/>
          <pc:sldLayoutMkLst>
            <pc:docMk/>
            <pc:sldMasterMk cId="0" sldId="2147483737"/>
            <pc:sldLayoutMk cId="0" sldId="2147483651"/>
          </pc:sldLayoutMkLst>
        </pc:sldLayoutChg>
        <pc:sldLayoutChg chg="del">
          <pc:chgData name="kiran kumar" userId="3042ffa7b2ecd34f" providerId="LiveId" clId="{AFCEA1C2-1BAD-44C3-854A-CCB428287ED1}" dt="2023-12-22T15:56:09.464" v="5399" actId="47"/>
          <pc:sldLayoutMkLst>
            <pc:docMk/>
            <pc:sldMasterMk cId="0" sldId="2147483737"/>
            <pc:sldLayoutMk cId="0" sldId="2147483654"/>
          </pc:sldLayoutMkLst>
        </pc:sldLayoutChg>
        <pc:sldLayoutChg chg="del">
          <pc:chgData name="kiran kumar" userId="3042ffa7b2ecd34f" providerId="LiveId" clId="{AFCEA1C2-1BAD-44C3-854A-CCB428287ED1}" dt="2023-12-22T15:57:03.228" v="5427" actId="47"/>
          <pc:sldLayoutMkLst>
            <pc:docMk/>
            <pc:sldMasterMk cId="0" sldId="2147483737"/>
            <pc:sldLayoutMk cId="0" sldId="2147483655"/>
          </pc:sldLayoutMkLst>
        </pc:sldLayoutChg>
        <pc:sldLayoutChg chg="del">
          <pc:chgData name="kiran kumar" userId="3042ffa7b2ecd34f" providerId="LiveId" clId="{AFCEA1C2-1BAD-44C3-854A-CCB428287ED1}" dt="2023-12-22T15:56:55.121" v="5418" actId="47"/>
          <pc:sldLayoutMkLst>
            <pc:docMk/>
            <pc:sldMasterMk cId="0" sldId="2147483737"/>
            <pc:sldLayoutMk cId="0" sldId="2147483656"/>
          </pc:sldLayoutMkLst>
        </pc:sldLayoutChg>
        <pc:sldLayoutChg chg="del">
          <pc:chgData name="kiran kumar" userId="3042ffa7b2ecd34f" providerId="LiveId" clId="{AFCEA1C2-1BAD-44C3-854A-CCB428287ED1}" dt="2023-12-22T15:57:10.424" v="5432" actId="47"/>
          <pc:sldLayoutMkLst>
            <pc:docMk/>
            <pc:sldMasterMk cId="0" sldId="2147483737"/>
            <pc:sldLayoutMk cId="0" sldId="2147483657"/>
          </pc:sldLayoutMkLst>
        </pc:sldLayoutChg>
        <pc:sldLayoutChg chg="del">
          <pc:chgData name="kiran kumar" userId="3042ffa7b2ecd34f" providerId="LiveId" clId="{AFCEA1C2-1BAD-44C3-854A-CCB428287ED1}" dt="2023-12-22T15:54:21.979" v="5397" actId="47"/>
          <pc:sldLayoutMkLst>
            <pc:docMk/>
            <pc:sldMasterMk cId="0" sldId="2147483737"/>
            <pc:sldLayoutMk cId="0" sldId="2147483660"/>
          </pc:sldLayoutMkLst>
        </pc:sldLayoutChg>
        <pc:sldLayoutChg chg="add del">
          <pc:chgData name="kiran kumar" userId="3042ffa7b2ecd34f" providerId="LiveId" clId="{AFCEA1C2-1BAD-44C3-854A-CCB428287ED1}" dt="2023-12-22T15:57:38.933" v="5468" actId="47"/>
          <pc:sldLayoutMkLst>
            <pc:docMk/>
            <pc:sldMasterMk cId="0" sldId="2147483737"/>
            <pc:sldLayoutMk cId="0" sldId="2147483662"/>
          </pc:sldLayoutMkLst>
        </pc:sldLayoutChg>
        <pc:sldLayoutChg chg="del">
          <pc:chgData name="kiran kumar" userId="3042ffa7b2ecd34f" providerId="LiveId" clId="{AFCEA1C2-1BAD-44C3-854A-CCB428287ED1}" dt="2023-12-22T15:56:07.660" v="5398" actId="47"/>
          <pc:sldLayoutMkLst>
            <pc:docMk/>
            <pc:sldMasterMk cId="0" sldId="2147483737"/>
            <pc:sldLayoutMk cId="0" sldId="2147483663"/>
          </pc:sldLayoutMkLst>
        </pc:sldLayoutChg>
        <pc:sldLayoutChg chg="del">
          <pc:chgData name="kiran kumar" userId="3042ffa7b2ecd34f" providerId="LiveId" clId="{AFCEA1C2-1BAD-44C3-854A-CCB428287ED1}" dt="2023-12-22T15:56:13.586" v="5400" actId="47"/>
          <pc:sldLayoutMkLst>
            <pc:docMk/>
            <pc:sldMasterMk cId="0" sldId="2147483737"/>
            <pc:sldLayoutMk cId="0" sldId="2147483664"/>
          </pc:sldLayoutMkLst>
        </pc:sldLayoutChg>
        <pc:sldLayoutChg chg="del">
          <pc:chgData name="kiran kumar" userId="3042ffa7b2ecd34f" providerId="LiveId" clId="{AFCEA1C2-1BAD-44C3-854A-CCB428287ED1}" dt="2023-12-22T15:56:18.302" v="5401" actId="47"/>
          <pc:sldLayoutMkLst>
            <pc:docMk/>
            <pc:sldMasterMk cId="0" sldId="2147483737"/>
            <pc:sldLayoutMk cId="0" sldId="2147483665"/>
          </pc:sldLayoutMkLst>
        </pc:sldLayoutChg>
        <pc:sldLayoutChg chg="add del">
          <pc:chgData name="kiran kumar" userId="3042ffa7b2ecd34f" providerId="LiveId" clId="{AFCEA1C2-1BAD-44C3-854A-CCB428287ED1}" dt="2023-12-22T15:57:39.607" v="5469" actId="47"/>
          <pc:sldLayoutMkLst>
            <pc:docMk/>
            <pc:sldMasterMk cId="0" sldId="2147483737"/>
            <pc:sldLayoutMk cId="0" sldId="2147483666"/>
          </pc:sldLayoutMkLst>
        </pc:sldLayoutChg>
        <pc:sldLayoutChg chg="del">
          <pc:chgData name="kiran kumar" userId="3042ffa7b2ecd34f" providerId="LiveId" clId="{AFCEA1C2-1BAD-44C3-854A-CCB428287ED1}" dt="2023-12-22T16:14:14.923" v="5561" actId="47"/>
          <pc:sldLayoutMkLst>
            <pc:docMk/>
            <pc:sldMasterMk cId="0" sldId="2147483737"/>
            <pc:sldLayoutMk cId="0" sldId="2147483667"/>
          </pc:sldLayoutMkLst>
        </pc:sldLayoutChg>
        <pc:sldLayoutChg chg="del">
          <pc:chgData name="kiran kumar" userId="3042ffa7b2ecd34f" providerId="LiveId" clId="{AFCEA1C2-1BAD-44C3-854A-CCB428287ED1}" dt="2023-12-22T15:56:40.453" v="5408" actId="47"/>
          <pc:sldLayoutMkLst>
            <pc:docMk/>
            <pc:sldMasterMk cId="0" sldId="2147483737"/>
            <pc:sldLayoutMk cId="0" sldId="2147483669"/>
          </pc:sldLayoutMkLst>
        </pc:sldLayoutChg>
        <pc:sldLayoutChg chg="del">
          <pc:chgData name="kiran kumar" userId="3042ffa7b2ecd34f" providerId="LiveId" clId="{AFCEA1C2-1BAD-44C3-854A-CCB428287ED1}" dt="2023-12-22T15:56:44.246" v="5409" actId="47"/>
          <pc:sldLayoutMkLst>
            <pc:docMk/>
            <pc:sldMasterMk cId="0" sldId="2147483737"/>
            <pc:sldLayoutMk cId="0" sldId="2147483670"/>
          </pc:sldLayoutMkLst>
        </pc:sldLayoutChg>
        <pc:sldLayoutChg chg="del">
          <pc:chgData name="kiran kumar" userId="3042ffa7b2ecd34f" providerId="LiveId" clId="{AFCEA1C2-1BAD-44C3-854A-CCB428287ED1}" dt="2023-12-22T15:56:46.248" v="5410" actId="47"/>
          <pc:sldLayoutMkLst>
            <pc:docMk/>
            <pc:sldMasterMk cId="0" sldId="2147483737"/>
            <pc:sldLayoutMk cId="0" sldId="2147483671"/>
          </pc:sldLayoutMkLst>
        </pc:sldLayoutChg>
        <pc:sldLayoutChg chg="del">
          <pc:chgData name="kiran kumar" userId="3042ffa7b2ecd34f" providerId="LiveId" clId="{AFCEA1C2-1BAD-44C3-854A-CCB428287ED1}" dt="2023-12-22T15:56:47.832" v="5411" actId="47"/>
          <pc:sldLayoutMkLst>
            <pc:docMk/>
            <pc:sldMasterMk cId="0" sldId="2147483737"/>
            <pc:sldLayoutMk cId="0" sldId="2147483672"/>
          </pc:sldLayoutMkLst>
        </pc:sldLayoutChg>
        <pc:sldLayoutChg chg="del">
          <pc:chgData name="kiran kumar" userId="3042ffa7b2ecd34f" providerId="LiveId" clId="{AFCEA1C2-1BAD-44C3-854A-CCB428287ED1}" dt="2023-12-22T15:56:48.865" v="5412" actId="47"/>
          <pc:sldLayoutMkLst>
            <pc:docMk/>
            <pc:sldMasterMk cId="0" sldId="2147483737"/>
            <pc:sldLayoutMk cId="0" sldId="2147483673"/>
          </pc:sldLayoutMkLst>
        </pc:sldLayoutChg>
        <pc:sldLayoutChg chg="del">
          <pc:chgData name="kiran kumar" userId="3042ffa7b2ecd34f" providerId="LiveId" clId="{AFCEA1C2-1BAD-44C3-854A-CCB428287ED1}" dt="2023-12-22T15:56:51.132" v="5414" actId="47"/>
          <pc:sldLayoutMkLst>
            <pc:docMk/>
            <pc:sldMasterMk cId="0" sldId="2147483737"/>
            <pc:sldLayoutMk cId="0" sldId="2147483674"/>
          </pc:sldLayoutMkLst>
        </pc:sldLayoutChg>
        <pc:sldLayoutChg chg="del">
          <pc:chgData name="kiran kumar" userId="3042ffa7b2ecd34f" providerId="LiveId" clId="{AFCEA1C2-1BAD-44C3-854A-CCB428287ED1}" dt="2023-12-22T15:56:52.442" v="5415" actId="47"/>
          <pc:sldLayoutMkLst>
            <pc:docMk/>
            <pc:sldMasterMk cId="0" sldId="2147483737"/>
            <pc:sldLayoutMk cId="0" sldId="2147483675"/>
          </pc:sldLayoutMkLst>
        </pc:sldLayoutChg>
        <pc:sldLayoutChg chg="del">
          <pc:chgData name="kiran kumar" userId="3042ffa7b2ecd34f" providerId="LiveId" clId="{AFCEA1C2-1BAD-44C3-854A-CCB428287ED1}" dt="2023-12-22T15:56:53.245" v="5416" actId="47"/>
          <pc:sldLayoutMkLst>
            <pc:docMk/>
            <pc:sldMasterMk cId="0" sldId="2147483737"/>
            <pc:sldLayoutMk cId="0" sldId="2147483677"/>
          </pc:sldLayoutMkLst>
        </pc:sldLayoutChg>
        <pc:sldLayoutChg chg="del">
          <pc:chgData name="kiran kumar" userId="3042ffa7b2ecd34f" providerId="LiveId" clId="{AFCEA1C2-1BAD-44C3-854A-CCB428287ED1}" dt="2023-12-22T15:56:54.158" v="5417" actId="47"/>
          <pc:sldLayoutMkLst>
            <pc:docMk/>
            <pc:sldMasterMk cId="0" sldId="2147483737"/>
            <pc:sldLayoutMk cId="0" sldId="2147483678"/>
          </pc:sldLayoutMkLst>
        </pc:sldLayoutChg>
        <pc:sldLayoutChg chg="del">
          <pc:chgData name="kiran kumar" userId="3042ffa7b2ecd34f" providerId="LiveId" clId="{AFCEA1C2-1BAD-44C3-854A-CCB428287ED1}" dt="2023-12-22T15:56:56.240" v="5419" actId="47"/>
          <pc:sldLayoutMkLst>
            <pc:docMk/>
            <pc:sldMasterMk cId="0" sldId="2147483737"/>
            <pc:sldLayoutMk cId="0" sldId="2147483679"/>
          </pc:sldLayoutMkLst>
        </pc:sldLayoutChg>
        <pc:sldLayoutChg chg="del">
          <pc:chgData name="kiran kumar" userId="3042ffa7b2ecd34f" providerId="LiveId" clId="{AFCEA1C2-1BAD-44C3-854A-CCB428287ED1}" dt="2023-12-22T15:56:57.467" v="5420" actId="47"/>
          <pc:sldLayoutMkLst>
            <pc:docMk/>
            <pc:sldMasterMk cId="0" sldId="2147483737"/>
            <pc:sldLayoutMk cId="0" sldId="2147483680"/>
          </pc:sldLayoutMkLst>
        </pc:sldLayoutChg>
        <pc:sldLayoutChg chg="del">
          <pc:chgData name="kiran kumar" userId="3042ffa7b2ecd34f" providerId="LiveId" clId="{AFCEA1C2-1BAD-44C3-854A-CCB428287ED1}" dt="2023-12-22T15:56:58.247" v="5421" actId="47"/>
          <pc:sldLayoutMkLst>
            <pc:docMk/>
            <pc:sldMasterMk cId="0" sldId="2147483737"/>
            <pc:sldLayoutMk cId="0" sldId="2147483681"/>
          </pc:sldLayoutMkLst>
        </pc:sldLayoutChg>
        <pc:sldLayoutChg chg="del">
          <pc:chgData name="kiran kumar" userId="3042ffa7b2ecd34f" providerId="LiveId" clId="{AFCEA1C2-1BAD-44C3-854A-CCB428287ED1}" dt="2023-12-22T15:57:23.584" v="5443" actId="47"/>
          <pc:sldLayoutMkLst>
            <pc:docMk/>
            <pc:sldMasterMk cId="0" sldId="2147483737"/>
            <pc:sldLayoutMk cId="0" sldId="2147483682"/>
          </pc:sldLayoutMkLst>
        </pc:sldLayoutChg>
        <pc:sldLayoutChg chg="del">
          <pc:chgData name="kiran kumar" userId="3042ffa7b2ecd34f" providerId="LiveId" clId="{AFCEA1C2-1BAD-44C3-854A-CCB428287ED1}" dt="2023-12-22T15:57:00.078" v="5423" actId="47"/>
          <pc:sldLayoutMkLst>
            <pc:docMk/>
            <pc:sldMasterMk cId="0" sldId="2147483737"/>
            <pc:sldLayoutMk cId="0" sldId="2147483684"/>
          </pc:sldLayoutMkLst>
        </pc:sldLayoutChg>
        <pc:sldLayoutChg chg="del">
          <pc:chgData name="kiran kumar" userId="3042ffa7b2ecd34f" providerId="LiveId" clId="{AFCEA1C2-1BAD-44C3-854A-CCB428287ED1}" dt="2023-12-22T15:57:00.804" v="5424" actId="47"/>
          <pc:sldLayoutMkLst>
            <pc:docMk/>
            <pc:sldMasterMk cId="0" sldId="2147483737"/>
            <pc:sldLayoutMk cId="0" sldId="2147483686"/>
          </pc:sldLayoutMkLst>
        </pc:sldLayoutChg>
        <pc:sldLayoutChg chg="del">
          <pc:chgData name="kiran kumar" userId="3042ffa7b2ecd34f" providerId="LiveId" clId="{AFCEA1C2-1BAD-44C3-854A-CCB428287ED1}" dt="2023-12-22T15:57:01.750" v="5425" actId="47"/>
          <pc:sldLayoutMkLst>
            <pc:docMk/>
            <pc:sldMasterMk cId="0" sldId="2147483737"/>
            <pc:sldLayoutMk cId="0" sldId="2147483687"/>
          </pc:sldLayoutMkLst>
        </pc:sldLayoutChg>
        <pc:sldLayoutChg chg="del">
          <pc:chgData name="kiran kumar" userId="3042ffa7b2ecd34f" providerId="LiveId" clId="{AFCEA1C2-1BAD-44C3-854A-CCB428287ED1}" dt="2023-12-22T15:57:02.479" v="5426" actId="47"/>
          <pc:sldLayoutMkLst>
            <pc:docMk/>
            <pc:sldMasterMk cId="0" sldId="2147483737"/>
            <pc:sldLayoutMk cId="0" sldId="2147483688"/>
          </pc:sldLayoutMkLst>
        </pc:sldLayoutChg>
        <pc:sldLayoutChg chg="del">
          <pc:chgData name="kiran kumar" userId="3042ffa7b2ecd34f" providerId="LiveId" clId="{AFCEA1C2-1BAD-44C3-854A-CCB428287ED1}" dt="2023-12-22T15:56:59.336" v="5422" actId="47"/>
          <pc:sldLayoutMkLst>
            <pc:docMk/>
            <pc:sldMasterMk cId="0" sldId="2147483737"/>
            <pc:sldLayoutMk cId="0" sldId="2147483690"/>
          </pc:sldLayoutMkLst>
        </pc:sldLayoutChg>
        <pc:sldLayoutChg chg="del">
          <pc:chgData name="kiran kumar" userId="3042ffa7b2ecd34f" providerId="LiveId" clId="{AFCEA1C2-1BAD-44C3-854A-CCB428287ED1}" dt="2023-12-22T15:57:03.889" v="5428" actId="47"/>
          <pc:sldLayoutMkLst>
            <pc:docMk/>
            <pc:sldMasterMk cId="0" sldId="2147483737"/>
            <pc:sldLayoutMk cId="0" sldId="2147483692"/>
          </pc:sldLayoutMkLst>
        </pc:sldLayoutChg>
        <pc:sldLayoutChg chg="del">
          <pc:chgData name="kiran kumar" userId="3042ffa7b2ecd34f" providerId="LiveId" clId="{AFCEA1C2-1BAD-44C3-854A-CCB428287ED1}" dt="2023-12-22T15:57:04.473" v="5429" actId="47"/>
          <pc:sldLayoutMkLst>
            <pc:docMk/>
            <pc:sldMasterMk cId="0" sldId="2147483737"/>
            <pc:sldLayoutMk cId="0" sldId="2147483693"/>
          </pc:sldLayoutMkLst>
        </pc:sldLayoutChg>
        <pc:sldLayoutChg chg="del">
          <pc:chgData name="kiran kumar" userId="3042ffa7b2ecd34f" providerId="LiveId" clId="{AFCEA1C2-1BAD-44C3-854A-CCB428287ED1}" dt="2023-12-22T15:57:05.140" v="5430" actId="47"/>
          <pc:sldLayoutMkLst>
            <pc:docMk/>
            <pc:sldMasterMk cId="0" sldId="2147483737"/>
            <pc:sldLayoutMk cId="0" sldId="2147483694"/>
          </pc:sldLayoutMkLst>
        </pc:sldLayoutChg>
        <pc:sldLayoutChg chg="del">
          <pc:chgData name="kiran kumar" userId="3042ffa7b2ecd34f" providerId="LiveId" clId="{AFCEA1C2-1BAD-44C3-854A-CCB428287ED1}" dt="2023-12-22T15:57:13.343" v="5433" actId="47"/>
          <pc:sldLayoutMkLst>
            <pc:docMk/>
            <pc:sldMasterMk cId="0" sldId="2147483737"/>
            <pc:sldLayoutMk cId="0" sldId="2147483699"/>
          </pc:sldLayoutMkLst>
        </pc:sldLayoutChg>
        <pc:sldLayoutChg chg="del">
          <pc:chgData name="kiran kumar" userId="3042ffa7b2ecd34f" providerId="LiveId" clId="{AFCEA1C2-1BAD-44C3-854A-CCB428287ED1}" dt="2023-12-22T15:57:16.041" v="5434" actId="47"/>
          <pc:sldLayoutMkLst>
            <pc:docMk/>
            <pc:sldMasterMk cId="0" sldId="2147483737"/>
            <pc:sldLayoutMk cId="0" sldId="2147483702"/>
          </pc:sldLayoutMkLst>
        </pc:sldLayoutChg>
        <pc:sldLayoutChg chg="del">
          <pc:chgData name="kiran kumar" userId="3042ffa7b2ecd34f" providerId="LiveId" clId="{AFCEA1C2-1BAD-44C3-854A-CCB428287ED1}" dt="2023-12-22T15:57:17.906" v="5436" actId="47"/>
          <pc:sldLayoutMkLst>
            <pc:docMk/>
            <pc:sldMasterMk cId="0" sldId="2147483737"/>
            <pc:sldLayoutMk cId="0" sldId="2147483704"/>
          </pc:sldLayoutMkLst>
        </pc:sldLayoutChg>
        <pc:sldLayoutChg chg="del">
          <pc:chgData name="kiran kumar" userId="3042ffa7b2ecd34f" providerId="LiveId" clId="{AFCEA1C2-1BAD-44C3-854A-CCB428287ED1}" dt="2023-12-22T15:57:24.280" v="5444" actId="47"/>
          <pc:sldLayoutMkLst>
            <pc:docMk/>
            <pc:sldMasterMk cId="0" sldId="2147483737"/>
            <pc:sldLayoutMk cId="0" sldId="2147483705"/>
          </pc:sldLayoutMkLst>
        </pc:sldLayoutChg>
      </pc:sldMasterChg>
      <pc:sldMasterChg chg="del delSldLayout">
        <pc:chgData name="kiran kumar" userId="3042ffa7b2ecd34f" providerId="LiveId" clId="{AFCEA1C2-1BAD-44C3-854A-CCB428287ED1}" dt="2023-12-22T15:57:36.104" v="5464" actId="47"/>
        <pc:sldMasterMkLst>
          <pc:docMk/>
          <pc:sldMasterMk cId="0" sldId="2147483738"/>
        </pc:sldMasterMkLst>
        <pc:sldLayoutChg chg="del">
          <pc:chgData name="kiran kumar" userId="3042ffa7b2ecd34f" providerId="LiveId" clId="{AFCEA1C2-1BAD-44C3-854A-CCB428287ED1}" dt="2023-12-22T15:57:36.104" v="5464" actId="47"/>
          <pc:sldLayoutMkLst>
            <pc:docMk/>
            <pc:sldMasterMk cId="0" sldId="2147483738"/>
            <pc:sldLayoutMk cId="0" sldId="2147483711"/>
          </pc:sldLayoutMkLst>
        </pc:sldLayoutChg>
      </pc:sldMasterChg>
      <pc:sldMasterChg chg="del delSldLayout">
        <pc:chgData name="kiran kumar" userId="3042ffa7b2ecd34f" providerId="LiveId" clId="{AFCEA1C2-1BAD-44C3-854A-CCB428287ED1}" dt="2023-12-22T15:57:36.369" v="5465" actId="47"/>
        <pc:sldMasterMkLst>
          <pc:docMk/>
          <pc:sldMasterMk cId="0" sldId="2147483739"/>
        </pc:sldMasterMkLst>
        <pc:sldLayoutChg chg="del">
          <pc:chgData name="kiran kumar" userId="3042ffa7b2ecd34f" providerId="LiveId" clId="{AFCEA1C2-1BAD-44C3-854A-CCB428287ED1}" dt="2023-12-22T15:57:36.369" v="5465" actId="47"/>
          <pc:sldLayoutMkLst>
            <pc:docMk/>
            <pc:sldMasterMk cId="0" sldId="2147483739"/>
            <pc:sldLayoutMk cId="0" sldId="2147483712"/>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3"/>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4"/>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5"/>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6"/>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7"/>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8"/>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19"/>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0"/>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1"/>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2"/>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3"/>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4"/>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5"/>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6"/>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7"/>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8"/>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29"/>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30"/>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31"/>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32"/>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33"/>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34"/>
          </pc:sldLayoutMkLst>
        </pc:sldLayoutChg>
        <pc:sldLayoutChg chg="del">
          <pc:chgData name="kiran kumar" userId="3042ffa7b2ecd34f" providerId="LiveId" clId="{AFCEA1C2-1BAD-44C3-854A-CCB428287ED1}" dt="2023-12-22T15:57:36.369" v="5465" actId="47"/>
          <pc:sldLayoutMkLst>
            <pc:docMk/>
            <pc:sldMasterMk cId="0" sldId="2147483739"/>
            <pc:sldLayoutMk cId="0" sldId="2147483735"/>
          </pc:sldLayoutMkLst>
        </pc:sldLayoutChg>
      </pc:sldMasterChg>
      <pc:sldMasterChg chg="del delSldLayout">
        <pc:chgData name="kiran kumar" userId="3042ffa7b2ecd34f" providerId="LiveId" clId="{AFCEA1C2-1BAD-44C3-854A-CCB428287ED1}" dt="2023-12-22T15:57:29.538" v="5450" actId="47"/>
        <pc:sldMasterMkLst>
          <pc:docMk/>
          <pc:sldMasterMk cId="0" sldId="2147483740"/>
        </pc:sldMasterMkLst>
        <pc:sldLayoutChg chg="del">
          <pc:chgData name="kiran kumar" userId="3042ffa7b2ecd34f" providerId="LiveId" clId="{AFCEA1C2-1BAD-44C3-854A-CCB428287ED1}" dt="2023-12-22T15:57:29.538" v="5450" actId="47"/>
          <pc:sldLayoutMkLst>
            <pc:docMk/>
            <pc:sldMasterMk cId="0" sldId="2147483740"/>
            <pc:sldLayoutMk cId="0" sldId="214748373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7"/>
        <p:cNvGrpSpPr/>
        <p:nvPr/>
      </p:nvGrpSpPr>
      <p:grpSpPr>
        <a:xfrm>
          <a:off x="0" y="0"/>
          <a:ext cx="0" cy="0"/>
          <a:chOff x="0" y="0"/>
          <a:chExt cx="0" cy="0"/>
        </a:xfrm>
      </p:grpSpPr>
      <p:sp>
        <p:nvSpPr>
          <p:cNvPr id="1518" name="Google Shape;1518;ga39e485748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9" name="Google Shape;1519;ga39e485748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6"/>
        <p:cNvGrpSpPr/>
        <p:nvPr/>
      </p:nvGrpSpPr>
      <p:grpSpPr>
        <a:xfrm>
          <a:off x="0" y="0"/>
          <a:ext cx="0" cy="0"/>
          <a:chOff x="0" y="0"/>
          <a:chExt cx="0" cy="0"/>
        </a:xfrm>
      </p:grpSpPr>
      <p:sp>
        <p:nvSpPr>
          <p:cNvPr id="1667" name="Google Shape;1667;ga39e485748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8" name="Google Shape;1668;ga39e485748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8973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4"/>
        <p:cNvGrpSpPr/>
        <p:nvPr/>
      </p:nvGrpSpPr>
      <p:grpSpPr>
        <a:xfrm>
          <a:off x="0" y="0"/>
          <a:ext cx="0" cy="0"/>
          <a:chOff x="0" y="0"/>
          <a:chExt cx="0" cy="0"/>
        </a:xfrm>
      </p:grpSpPr>
      <p:sp>
        <p:nvSpPr>
          <p:cNvPr id="1475" name="Google Shape;1475;ga39e48574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6" name="Google Shape;1476;ga39e48574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9d319948b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7" name="Google Shape;817;g9d319948b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ga39e485748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0" name="Google Shape;1010;ga39e485748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a39e48574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a39e48574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a39e485748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2" name="Google Shape;862;ga39e485748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78"/>
        <p:cNvGrpSpPr/>
        <p:nvPr/>
      </p:nvGrpSpPr>
      <p:grpSpPr>
        <a:xfrm>
          <a:off x="0" y="0"/>
          <a:ext cx="0" cy="0"/>
          <a:chOff x="0" y="0"/>
          <a:chExt cx="0" cy="0"/>
        </a:xfrm>
      </p:grpSpPr>
      <p:sp>
        <p:nvSpPr>
          <p:cNvPr id="79" name="Google Shape;7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ext 3">
  <p:cSld name="CUSTOM_39">
    <p:spTree>
      <p:nvGrpSpPr>
        <p:cNvPr id="1" name="Shape 142"/>
        <p:cNvGrpSpPr/>
        <p:nvPr/>
      </p:nvGrpSpPr>
      <p:grpSpPr>
        <a:xfrm>
          <a:off x="0" y="0"/>
          <a:ext cx="0" cy="0"/>
          <a:chOff x="0" y="0"/>
          <a:chExt cx="0" cy="0"/>
        </a:xfrm>
      </p:grpSpPr>
      <p:sp>
        <p:nvSpPr>
          <p:cNvPr id="143" name="Google Shape;143;p20"/>
          <p:cNvSpPr txBox="1">
            <a:spLocks noGrp="1"/>
          </p:cNvSpPr>
          <p:nvPr>
            <p:ph type="subTitle" idx="1"/>
          </p:nvPr>
        </p:nvSpPr>
        <p:spPr>
          <a:xfrm>
            <a:off x="1398700" y="2910300"/>
            <a:ext cx="3486000" cy="1748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600"/>
              <a:buNone/>
              <a:defRPr sz="14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44" name="Google Shape;144;p20"/>
          <p:cNvSpPr txBox="1">
            <a:spLocks noGrp="1"/>
          </p:cNvSpPr>
          <p:nvPr>
            <p:ph type="ctrTitle"/>
          </p:nvPr>
        </p:nvSpPr>
        <p:spPr>
          <a:xfrm flipH="1">
            <a:off x="1372450" y="1886100"/>
            <a:ext cx="3486000" cy="670500"/>
          </a:xfrm>
          <a:prstGeom prst="rect">
            <a:avLst/>
          </a:prstGeom>
        </p:spPr>
        <p:txBody>
          <a:bodyPr spcFirstLastPara="1" wrap="square" lIns="91425" tIns="91425" rIns="91425" bIns="91425" anchor="b" anchorCtr="0">
            <a:noAutofit/>
          </a:bodyPr>
          <a:lstStyle>
            <a:lvl1pPr lvl="0" algn="l" rtl="0">
              <a:spcBef>
                <a:spcPts val="0"/>
              </a:spcBef>
              <a:spcAft>
                <a:spcPts val="0"/>
              </a:spcAft>
              <a:buClr>
                <a:srgbClr val="FFFFFF"/>
              </a:buClr>
              <a:buSzPts val="4800"/>
              <a:buNone/>
              <a:defRPr sz="50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pic>
        <p:nvPicPr>
          <p:cNvPr id="145" name="Google Shape;145;p20"/>
          <p:cNvPicPr preferRelativeResize="0"/>
          <p:nvPr/>
        </p:nvPicPr>
        <p:blipFill>
          <a:blip r:embed="rId2">
            <a:alphaModFix/>
          </a:blip>
          <a:stretch>
            <a:fillRect/>
          </a:stretch>
        </p:blipFill>
        <p:spPr>
          <a:xfrm rot="10800000">
            <a:off x="5334325" y="1725475"/>
            <a:ext cx="3802725" cy="3431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7">
  <p:cSld name="CUSTOM_25">
    <p:spTree>
      <p:nvGrpSpPr>
        <p:cNvPr id="1" name="Shape 462"/>
        <p:cNvGrpSpPr/>
        <p:nvPr/>
      </p:nvGrpSpPr>
      <p:grpSpPr>
        <a:xfrm>
          <a:off x="0" y="0"/>
          <a:ext cx="0" cy="0"/>
          <a:chOff x="0" y="0"/>
          <a:chExt cx="0" cy="0"/>
        </a:xfrm>
      </p:grpSpPr>
      <p:pic>
        <p:nvPicPr>
          <p:cNvPr id="463" name="Google Shape;463;p50"/>
          <p:cNvPicPr preferRelativeResize="0"/>
          <p:nvPr/>
        </p:nvPicPr>
        <p:blipFill>
          <a:blip r:embed="rId2">
            <a:alphaModFix/>
          </a:blip>
          <a:stretch>
            <a:fillRect/>
          </a:stretch>
        </p:blipFill>
        <p:spPr>
          <a:xfrm>
            <a:off x="-551926" y="-847134"/>
            <a:ext cx="3136825" cy="2830350"/>
          </a:xfrm>
          <a:prstGeom prst="rect">
            <a:avLst/>
          </a:prstGeom>
          <a:noFill/>
          <a:ln>
            <a:noFill/>
          </a:ln>
        </p:spPr>
      </p:pic>
      <p:pic>
        <p:nvPicPr>
          <p:cNvPr id="464" name="Google Shape;464;p50"/>
          <p:cNvPicPr preferRelativeResize="0"/>
          <p:nvPr/>
        </p:nvPicPr>
        <p:blipFill>
          <a:blip r:embed="rId2">
            <a:alphaModFix/>
          </a:blip>
          <a:stretch>
            <a:fillRect/>
          </a:stretch>
        </p:blipFill>
        <p:spPr>
          <a:xfrm flipH="1">
            <a:off x="6559554" y="-846583"/>
            <a:ext cx="3136825" cy="2830350"/>
          </a:xfrm>
          <a:prstGeom prst="rect">
            <a:avLst/>
          </a:prstGeom>
          <a:noFill/>
          <a:ln>
            <a:noFill/>
          </a:ln>
        </p:spPr>
      </p:pic>
      <p:pic>
        <p:nvPicPr>
          <p:cNvPr id="465" name="Google Shape;465;p50"/>
          <p:cNvPicPr preferRelativeResize="0"/>
          <p:nvPr/>
        </p:nvPicPr>
        <p:blipFill>
          <a:blip r:embed="rId2">
            <a:alphaModFix/>
          </a:blip>
          <a:stretch>
            <a:fillRect/>
          </a:stretch>
        </p:blipFill>
        <p:spPr>
          <a:xfrm rot="10800000" flipH="1">
            <a:off x="-552472" y="2791087"/>
            <a:ext cx="3136825" cy="2830350"/>
          </a:xfrm>
          <a:prstGeom prst="rect">
            <a:avLst/>
          </a:prstGeom>
          <a:noFill/>
          <a:ln>
            <a:noFill/>
          </a:ln>
        </p:spPr>
      </p:pic>
      <p:pic>
        <p:nvPicPr>
          <p:cNvPr id="466" name="Google Shape;466;p50"/>
          <p:cNvPicPr preferRelativeResize="0"/>
          <p:nvPr/>
        </p:nvPicPr>
        <p:blipFill>
          <a:blip r:embed="rId2">
            <a:alphaModFix/>
          </a:blip>
          <a:stretch>
            <a:fillRect/>
          </a:stretch>
        </p:blipFill>
        <p:spPr>
          <a:xfrm rot="10800000">
            <a:off x="6549518" y="2790536"/>
            <a:ext cx="3136825" cy="2830350"/>
          </a:xfrm>
          <a:prstGeom prst="rect">
            <a:avLst/>
          </a:prstGeom>
          <a:noFill/>
          <a:ln>
            <a:noFill/>
          </a:ln>
        </p:spPr>
      </p:pic>
      <p:sp>
        <p:nvSpPr>
          <p:cNvPr id="467" name="Google Shape;467;p50"/>
          <p:cNvSpPr txBox="1">
            <a:spLocks noGrp="1"/>
          </p:cNvSpPr>
          <p:nvPr>
            <p:ph type="ctrTitle"/>
          </p:nvPr>
        </p:nvSpPr>
        <p:spPr>
          <a:xfrm flipH="1">
            <a:off x="540000" y="452237"/>
            <a:ext cx="8064000" cy="67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ig number 2">
  <p:cSld name="CUSTOM_57">
    <p:spTree>
      <p:nvGrpSpPr>
        <p:cNvPr id="1" name="Shape 472"/>
        <p:cNvGrpSpPr/>
        <p:nvPr/>
      </p:nvGrpSpPr>
      <p:grpSpPr>
        <a:xfrm>
          <a:off x="0" y="0"/>
          <a:ext cx="0" cy="0"/>
          <a:chOff x="0" y="0"/>
          <a:chExt cx="0" cy="0"/>
        </a:xfrm>
      </p:grpSpPr>
      <p:sp>
        <p:nvSpPr>
          <p:cNvPr id="473" name="Google Shape;473;p52"/>
          <p:cNvSpPr txBox="1">
            <a:spLocks noGrp="1"/>
          </p:cNvSpPr>
          <p:nvPr>
            <p:ph type="title" hasCustomPrompt="1"/>
          </p:nvPr>
        </p:nvSpPr>
        <p:spPr>
          <a:xfrm>
            <a:off x="416676" y="1400075"/>
            <a:ext cx="6014400" cy="178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5000"/>
              <a:buNone/>
              <a:defRPr sz="11500"/>
            </a:lvl1pPr>
            <a:lvl2pPr lvl="1"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5400"/>
              <a:buFont typeface="Fira Sans Extra Condensed Medium"/>
              <a:buNone/>
              <a:defRPr sz="5400">
                <a:latin typeface="Fira Sans Extra Condensed Medium"/>
                <a:ea typeface="Fira Sans Extra Condensed Medium"/>
                <a:cs typeface="Fira Sans Extra Condensed Medium"/>
                <a:sym typeface="Fira Sans Extra Condensed Medium"/>
              </a:defRPr>
            </a:lvl9pPr>
          </a:lstStyle>
          <a:p>
            <a:r>
              <a:t>xx%</a:t>
            </a:r>
          </a:p>
        </p:txBody>
      </p:sp>
      <p:sp>
        <p:nvSpPr>
          <p:cNvPr id="474" name="Google Shape;474;p52"/>
          <p:cNvSpPr txBox="1">
            <a:spLocks noGrp="1"/>
          </p:cNvSpPr>
          <p:nvPr>
            <p:ph type="subTitle" idx="1"/>
          </p:nvPr>
        </p:nvSpPr>
        <p:spPr>
          <a:xfrm>
            <a:off x="540000" y="3159050"/>
            <a:ext cx="6016500" cy="3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600"/>
              <a:buNone/>
              <a:defRPr sz="16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pic>
        <p:nvPicPr>
          <p:cNvPr id="475" name="Google Shape;475;p52"/>
          <p:cNvPicPr preferRelativeResize="0"/>
          <p:nvPr/>
        </p:nvPicPr>
        <p:blipFill>
          <a:blip r:embed="rId2">
            <a:alphaModFix/>
          </a:blip>
          <a:stretch>
            <a:fillRect/>
          </a:stretch>
        </p:blipFill>
        <p:spPr>
          <a:xfrm>
            <a:off x="6843325" y="-12"/>
            <a:ext cx="2300675" cy="2075900"/>
          </a:xfrm>
          <a:prstGeom prst="rect">
            <a:avLst/>
          </a:prstGeom>
          <a:noFill/>
          <a:ln>
            <a:noFill/>
          </a:ln>
        </p:spPr>
      </p:pic>
      <p:pic>
        <p:nvPicPr>
          <p:cNvPr id="476" name="Google Shape;476;p52"/>
          <p:cNvPicPr preferRelativeResize="0"/>
          <p:nvPr/>
        </p:nvPicPr>
        <p:blipFill>
          <a:blip r:embed="rId2">
            <a:alphaModFix/>
          </a:blip>
          <a:stretch>
            <a:fillRect/>
          </a:stretch>
        </p:blipFill>
        <p:spPr>
          <a:xfrm rot="10800000" flipH="1">
            <a:off x="6843315" y="3067592"/>
            <a:ext cx="2300675" cy="2075900"/>
          </a:xfrm>
          <a:prstGeom prst="rect">
            <a:avLst/>
          </a:prstGeom>
          <a:noFill/>
          <a:ln>
            <a:noFill/>
          </a:ln>
        </p:spPr>
      </p:pic>
      <p:sp>
        <p:nvSpPr>
          <p:cNvPr id="477" name="Google Shape;477;p52"/>
          <p:cNvSpPr/>
          <p:nvPr/>
        </p:nvSpPr>
        <p:spPr>
          <a:xfrm rot="5400000">
            <a:off x="1688625" y="-740500"/>
            <a:ext cx="3179100" cy="6556500"/>
          </a:xfrm>
          <a:prstGeom prst="rect">
            <a:avLst/>
          </a:prstGeom>
          <a:gradFill>
            <a:gsLst>
              <a:gs pos="0">
                <a:srgbClr val="FFFFFF">
                  <a:alpha val="0"/>
                </a:srgbClr>
              </a:gs>
              <a:gs pos="100000">
                <a:srgbClr val="FFFFFF">
                  <a:alpha val="39215"/>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9">
  <p:cSld name="CUSTOM_27">
    <p:spTree>
      <p:nvGrpSpPr>
        <p:cNvPr id="1" name="Shape 529"/>
        <p:cNvGrpSpPr/>
        <p:nvPr/>
      </p:nvGrpSpPr>
      <p:grpSpPr>
        <a:xfrm>
          <a:off x="0" y="0"/>
          <a:ext cx="0" cy="0"/>
          <a:chOff x="0" y="0"/>
          <a:chExt cx="0" cy="0"/>
        </a:xfrm>
      </p:grpSpPr>
      <p:sp>
        <p:nvSpPr>
          <p:cNvPr id="530" name="Google Shape;530;p57"/>
          <p:cNvSpPr txBox="1">
            <a:spLocks noGrp="1"/>
          </p:cNvSpPr>
          <p:nvPr>
            <p:ph type="ctrTitle"/>
          </p:nvPr>
        </p:nvSpPr>
        <p:spPr>
          <a:xfrm flipH="1">
            <a:off x="457200" y="444899"/>
            <a:ext cx="8229600" cy="670500"/>
          </a:xfrm>
          <a:prstGeom prst="rect">
            <a:avLst/>
          </a:prstGeom>
        </p:spPr>
        <p:txBody>
          <a:bodyPr spcFirstLastPara="1" wrap="square" lIns="91425" tIns="91425" rIns="91425" bIns="91425" anchor="t" anchorCtr="0">
            <a:noAutofit/>
          </a:bodyPr>
          <a:lstStyle>
            <a:lvl1pPr lvl="0"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pic>
        <p:nvPicPr>
          <p:cNvPr id="531" name="Google Shape;531;p57"/>
          <p:cNvPicPr preferRelativeResize="0"/>
          <p:nvPr/>
        </p:nvPicPr>
        <p:blipFill>
          <a:blip r:embed="rId2">
            <a:alphaModFix/>
          </a:blip>
          <a:stretch>
            <a:fillRect/>
          </a:stretch>
        </p:blipFill>
        <p:spPr>
          <a:xfrm flipH="1">
            <a:off x="6831825" y="-795109"/>
            <a:ext cx="3139825" cy="2833049"/>
          </a:xfrm>
          <a:prstGeom prst="rect">
            <a:avLst/>
          </a:prstGeom>
          <a:noFill/>
          <a:ln>
            <a:noFill/>
          </a:ln>
        </p:spPr>
      </p:pic>
      <p:pic>
        <p:nvPicPr>
          <p:cNvPr id="532" name="Google Shape;532;p57"/>
          <p:cNvPicPr preferRelativeResize="0"/>
          <p:nvPr/>
        </p:nvPicPr>
        <p:blipFill>
          <a:blip r:embed="rId2">
            <a:alphaModFix/>
          </a:blip>
          <a:stretch>
            <a:fillRect/>
          </a:stretch>
        </p:blipFill>
        <p:spPr>
          <a:xfrm>
            <a:off x="-820369" y="-796531"/>
            <a:ext cx="3139825" cy="283304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41">
    <p:spTree>
      <p:nvGrpSpPr>
        <p:cNvPr id="1" name="Shape 561"/>
        <p:cNvGrpSpPr/>
        <p:nvPr/>
      </p:nvGrpSpPr>
      <p:grpSpPr>
        <a:xfrm>
          <a:off x="0" y="0"/>
          <a:ext cx="0" cy="0"/>
          <a:chOff x="0" y="0"/>
          <a:chExt cx="0" cy="0"/>
        </a:xfrm>
      </p:grpSpPr>
      <p:pic>
        <p:nvPicPr>
          <p:cNvPr id="562" name="Google Shape;562;p63"/>
          <p:cNvPicPr preferRelativeResize="0"/>
          <p:nvPr/>
        </p:nvPicPr>
        <p:blipFill>
          <a:blip r:embed="rId2">
            <a:alphaModFix/>
          </a:blip>
          <a:stretch>
            <a:fillRect/>
          </a:stretch>
        </p:blipFill>
        <p:spPr>
          <a:xfrm rot="10800000">
            <a:off x="6843313" y="-9498"/>
            <a:ext cx="2300675" cy="2075900"/>
          </a:xfrm>
          <a:prstGeom prst="rect">
            <a:avLst/>
          </a:prstGeom>
          <a:noFill/>
          <a:ln>
            <a:noFill/>
          </a:ln>
        </p:spPr>
      </p:pic>
      <p:pic>
        <p:nvPicPr>
          <p:cNvPr id="563" name="Google Shape;563;p63"/>
          <p:cNvPicPr preferRelativeResize="0"/>
          <p:nvPr/>
        </p:nvPicPr>
        <p:blipFill>
          <a:blip r:embed="rId2">
            <a:alphaModFix/>
          </a:blip>
          <a:stretch>
            <a:fillRect/>
          </a:stretch>
        </p:blipFill>
        <p:spPr>
          <a:xfrm rot="10800000" flipH="1">
            <a:off x="-12" y="-9498"/>
            <a:ext cx="2300675" cy="2075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CUSTOM_41_1">
    <p:spTree>
      <p:nvGrpSpPr>
        <p:cNvPr id="1" name="Shape 564"/>
        <p:cNvGrpSpPr/>
        <p:nvPr/>
      </p:nvGrpSpPr>
      <p:grpSpPr>
        <a:xfrm>
          <a:off x="0" y="0"/>
          <a:ext cx="0" cy="0"/>
          <a:chOff x="0" y="0"/>
          <a:chExt cx="0" cy="0"/>
        </a:xfrm>
      </p:grpSpPr>
      <p:pic>
        <p:nvPicPr>
          <p:cNvPr id="565" name="Google Shape;565;p64"/>
          <p:cNvPicPr preferRelativeResize="0"/>
          <p:nvPr/>
        </p:nvPicPr>
        <p:blipFill>
          <a:blip r:embed="rId2">
            <a:alphaModFix/>
          </a:blip>
          <a:stretch>
            <a:fillRect/>
          </a:stretch>
        </p:blipFill>
        <p:spPr>
          <a:xfrm rot="10800000">
            <a:off x="7247964" y="3135292"/>
            <a:ext cx="2300675" cy="2075900"/>
          </a:xfrm>
          <a:prstGeom prst="rect">
            <a:avLst/>
          </a:prstGeom>
          <a:noFill/>
          <a:ln>
            <a:noFill/>
          </a:ln>
        </p:spPr>
      </p:pic>
      <p:pic>
        <p:nvPicPr>
          <p:cNvPr id="566" name="Google Shape;566;p64"/>
          <p:cNvPicPr preferRelativeResize="0"/>
          <p:nvPr/>
        </p:nvPicPr>
        <p:blipFill>
          <a:blip r:embed="rId2">
            <a:alphaModFix/>
          </a:blip>
          <a:stretch>
            <a:fillRect/>
          </a:stretch>
        </p:blipFill>
        <p:spPr>
          <a:xfrm rot="10800000" flipH="1">
            <a:off x="-984228" y="3055367"/>
            <a:ext cx="2300675" cy="2075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462169" y="254632"/>
            <a:ext cx="8396081" cy="543185"/>
          </a:xfrm>
          <a:prstGeom prst="rect">
            <a:avLst/>
          </a:prstGeom>
        </p:spPr>
        <p:txBody>
          <a:bodyPr anchor="ctr"/>
          <a:lstStyle>
            <a:lvl1pPr marL="0" indent="0" algn="l">
              <a:buNone/>
              <a:defRPr sz="4050" b="0" baseline="0">
                <a:solidFill>
                  <a:schemeClr val="tx1"/>
                </a:solidFill>
                <a:latin typeface="+mj-lt"/>
                <a:cs typeface="Arial" pitchFamily="34" charset="0"/>
              </a:defRPr>
            </a:lvl1pPr>
          </a:lstStyle>
          <a:p>
            <a:pPr lvl="0"/>
            <a:r>
              <a:rPr lang="en-US" altLang="ko-KR" dirty="0"/>
              <a:t>BASIC LAYOUT</a:t>
            </a:r>
          </a:p>
        </p:txBody>
      </p:sp>
      <p:sp>
        <p:nvSpPr>
          <p:cNvPr id="7" name="Frame 6">
            <a:extLst>
              <a:ext uri="{FF2B5EF4-FFF2-40B4-BE49-F238E27FC236}">
                <a16:creationId xmlns:a16="http://schemas.microsoft.com/office/drawing/2014/main" id="{3FA89A57-B3CF-4EA0-AB8A-4D61C78A0709}"/>
              </a:ext>
            </a:extLst>
          </p:cNvPr>
          <p:cNvSpPr/>
          <p:nvPr userDrawn="1"/>
        </p:nvSpPr>
        <p:spPr>
          <a:xfrm>
            <a:off x="85725" y="93521"/>
            <a:ext cx="8972550" cy="4956460"/>
          </a:xfrm>
          <a:prstGeom prst="frame">
            <a:avLst>
              <a:gd name="adj1" fmla="val 62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tx1"/>
              </a:solidFill>
            </a:endParaRPr>
          </a:p>
        </p:txBody>
      </p:sp>
    </p:spTree>
    <p:extLst>
      <p:ext uri="{BB962C8B-B14F-4D97-AF65-F5344CB8AC3E}">
        <p14:creationId xmlns:p14="http://schemas.microsoft.com/office/powerpoint/2010/main" val="3609454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5">
  <p:cSld name="Title and three columns 5">
    <p:spTree>
      <p:nvGrpSpPr>
        <p:cNvPr id="1" name="Shape 335"/>
        <p:cNvGrpSpPr/>
        <p:nvPr/>
      </p:nvGrpSpPr>
      <p:grpSpPr>
        <a:xfrm>
          <a:off x="0" y="0"/>
          <a:ext cx="0" cy="0"/>
          <a:chOff x="0" y="0"/>
          <a:chExt cx="0" cy="0"/>
        </a:xfrm>
      </p:grpSpPr>
      <p:pic>
        <p:nvPicPr>
          <p:cNvPr id="336" name="Google Shape;336;p39"/>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337" name="Google Shape;337;p39"/>
          <p:cNvSpPr txBox="1">
            <a:spLocks noGrp="1"/>
          </p:cNvSpPr>
          <p:nvPr>
            <p:ph type="ctrTitle"/>
          </p:nvPr>
        </p:nvSpPr>
        <p:spPr>
          <a:xfrm flipH="1">
            <a:off x="457200" y="452237"/>
            <a:ext cx="8229600" cy="670500"/>
          </a:xfrm>
          <a:prstGeom prst="rect">
            <a:avLst/>
          </a:prstGeom>
        </p:spPr>
        <p:txBody>
          <a:bodyPr spcFirstLastPara="1" wrap="square" lIns="91425" tIns="91425" rIns="91425" bIns="91425" anchor="t" anchorCtr="0">
            <a:noAutofit/>
          </a:bodyPr>
          <a:lstStyle>
            <a:lvl1pPr lvl="0" algn="l" rtl="0">
              <a:spcBef>
                <a:spcPts val="0"/>
              </a:spcBef>
              <a:spcAft>
                <a:spcPts val="0"/>
              </a:spcAft>
              <a:buClr>
                <a:srgbClr val="FFFFFF"/>
              </a:buClr>
              <a:buSzPts val="3600"/>
              <a:buNone/>
              <a:defRPr sz="3600"/>
            </a:lvl1pPr>
            <a:lvl2pPr lvl="1" algn="l" rtl="0">
              <a:spcBef>
                <a:spcPts val="0"/>
              </a:spcBef>
              <a:spcAft>
                <a:spcPts val="0"/>
              </a:spcAft>
              <a:buSzPts val="2400"/>
              <a:buNone/>
              <a:defRPr sz="2400"/>
            </a:lvl2pPr>
            <a:lvl3pPr lvl="2" algn="l" rtl="0">
              <a:spcBef>
                <a:spcPts val="0"/>
              </a:spcBef>
              <a:spcAft>
                <a:spcPts val="0"/>
              </a:spcAft>
              <a:buSzPts val="2400"/>
              <a:buNone/>
              <a:defRPr sz="2400"/>
            </a:lvl3pPr>
            <a:lvl4pPr lvl="3" algn="l" rtl="0">
              <a:spcBef>
                <a:spcPts val="0"/>
              </a:spcBef>
              <a:spcAft>
                <a:spcPts val="0"/>
              </a:spcAft>
              <a:buSzPts val="2400"/>
              <a:buNone/>
              <a:defRPr sz="2400"/>
            </a:lvl4pPr>
            <a:lvl5pPr lvl="4" algn="l" rtl="0">
              <a:spcBef>
                <a:spcPts val="0"/>
              </a:spcBef>
              <a:spcAft>
                <a:spcPts val="0"/>
              </a:spcAft>
              <a:buSzPts val="2400"/>
              <a:buNone/>
              <a:defRPr sz="2400"/>
            </a:lvl5pPr>
            <a:lvl6pPr lvl="5" algn="l" rtl="0">
              <a:spcBef>
                <a:spcPts val="0"/>
              </a:spcBef>
              <a:spcAft>
                <a:spcPts val="0"/>
              </a:spcAft>
              <a:buSzPts val="2400"/>
              <a:buNone/>
              <a:defRPr sz="2400"/>
            </a:lvl6pPr>
            <a:lvl7pPr lvl="6" algn="l" rtl="0">
              <a:spcBef>
                <a:spcPts val="0"/>
              </a:spcBef>
              <a:spcAft>
                <a:spcPts val="0"/>
              </a:spcAft>
              <a:buSzPts val="2400"/>
              <a:buNone/>
              <a:defRPr sz="2400"/>
            </a:lvl7pPr>
            <a:lvl8pPr lvl="7" algn="l" rtl="0">
              <a:spcBef>
                <a:spcPts val="0"/>
              </a:spcBef>
              <a:spcAft>
                <a:spcPts val="0"/>
              </a:spcAft>
              <a:buSzPts val="2400"/>
              <a:buNone/>
              <a:defRPr sz="2400"/>
            </a:lvl8pPr>
            <a:lvl9pPr lvl="8" algn="l" rtl="0">
              <a:spcBef>
                <a:spcPts val="0"/>
              </a:spcBef>
              <a:spcAft>
                <a:spcPts val="0"/>
              </a:spcAft>
              <a:buSzPts val="2400"/>
              <a:buNone/>
              <a:defRPr sz="2400"/>
            </a:lvl9pPr>
          </a:lstStyle>
          <a:p>
            <a:endParaRPr/>
          </a:p>
        </p:txBody>
      </p:sp>
      <p:sp>
        <p:nvSpPr>
          <p:cNvPr id="338" name="Google Shape;338;p39"/>
          <p:cNvSpPr txBox="1">
            <a:spLocks noGrp="1"/>
          </p:cNvSpPr>
          <p:nvPr>
            <p:ph type="subTitle" idx="1"/>
          </p:nvPr>
        </p:nvSpPr>
        <p:spPr>
          <a:xfrm>
            <a:off x="1203833" y="2719326"/>
            <a:ext cx="2240100" cy="605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339" name="Google Shape;339;p39"/>
          <p:cNvSpPr txBox="1">
            <a:spLocks noGrp="1"/>
          </p:cNvSpPr>
          <p:nvPr>
            <p:ph type="subTitle" idx="2"/>
          </p:nvPr>
        </p:nvSpPr>
        <p:spPr>
          <a:xfrm>
            <a:off x="4766489" y="3583682"/>
            <a:ext cx="2299200" cy="60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340" name="Google Shape;340;p39"/>
          <p:cNvSpPr txBox="1">
            <a:spLocks noGrp="1"/>
          </p:cNvSpPr>
          <p:nvPr>
            <p:ph type="subTitle" idx="3"/>
          </p:nvPr>
        </p:nvSpPr>
        <p:spPr>
          <a:xfrm>
            <a:off x="4772499" y="1802770"/>
            <a:ext cx="2299200" cy="605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r" rtl="0">
              <a:spcBef>
                <a:spcPts val="1600"/>
              </a:spcBef>
              <a:spcAft>
                <a:spcPts val="0"/>
              </a:spcAft>
              <a:buSzPts val="1400"/>
              <a:buNone/>
              <a:defRPr/>
            </a:lvl2pPr>
            <a:lvl3pPr lvl="2" algn="r" rtl="0">
              <a:spcBef>
                <a:spcPts val="1600"/>
              </a:spcBef>
              <a:spcAft>
                <a:spcPts val="0"/>
              </a:spcAft>
              <a:buSzPts val="1400"/>
              <a:buNone/>
              <a:defRPr/>
            </a:lvl3pPr>
            <a:lvl4pPr lvl="3" algn="r" rtl="0">
              <a:spcBef>
                <a:spcPts val="1600"/>
              </a:spcBef>
              <a:spcAft>
                <a:spcPts val="0"/>
              </a:spcAft>
              <a:buSzPts val="1400"/>
              <a:buNone/>
              <a:defRPr/>
            </a:lvl4pPr>
            <a:lvl5pPr lvl="4" algn="r" rtl="0">
              <a:spcBef>
                <a:spcPts val="1600"/>
              </a:spcBef>
              <a:spcAft>
                <a:spcPts val="0"/>
              </a:spcAft>
              <a:buSzPts val="1400"/>
              <a:buNone/>
              <a:defRPr/>
            </a:lvl5pPr>
            <a:lvl6pPr lvl="5" algn="r" rtl="0">
              <a:spcBef>
                <a:spcPts val="1600"/>
              </a:spcBef>
              <a:spcAft>
                <a:spcPts val="0"/>
              </a:spcAft>
              <a:buSzPts val="1400"/>
              <a:buNone/>
              <a:defRPr/>
            </a:lvl6pPr>
            <a:lvl7pPr lvl="6" algn="r" rtl="0">
              <a:spcBef>
                <a:spcPts val="1600"/>
              </a:spcBef>
              <a:spcAft>
                <a:spcPts val="0"/>
              </a:spcAft>
              <a:buSzPts val="1400"/>
              <a:buNone/>
              <a:defRPr/>
            </a:lvl7pPr>
            <a:lvl8pPr lvl="7" algn="r" rtl="0">
              <a:spcBef>
                <a:spcPts val="1600"/>
              </a:spcBef>
              <a:spcAft>
                <a:spcPts val="0"/>
              </a:spcAft>
              <a:buSzPts val="1400"/>
              <a:buNone/>
              <a:defRPr/>
            </a:lvl8pPr>
            <a:lvl9pPr lvl="8" algn="r" rtl="0">
              <a:spcBef>
                <a:spcPts val="1600"/>
              </a:spcBef>
              <a:spcAft>
                <a:spcPts val="1600"/>
              </a:spcAft>
              <a:buSzPts val="1400"/>
              <a:buNone/>
              <a:defRPr/>
            </a:lvl9pPr>
          </a:lstStyle>
          <a:p>
            <a:endParaRPr/>
          </a:p>
        </p:txBody>
      </p:sp>
      <p:sp>
        <p:nvSpPr>
          <p:cNvPr id="341" name="Google Shape;341;p39"/>
          <p:cNvSpPr txBox="1">
            <a:spLocks noGrp="1"/>
          </p:cNvSpPr>
          <p:nvPr>
            <p:ph type="subTitle" idx="4"/>
          </p:nvPr>
        </p:nvSpPr>
        <p:spPr>
          <a:xfrm>
            <a:off x="1203833" y="2196338"/>
            <a:ext cx="2240100" cy="46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
        <p:nvSpPr>
          <p:cNvPr id="342" name="Google Shape;342;p39"/>
          <p:cNvSpPr txBox="1">
            <a:spLocks noGrp="1"/>
          </p:cNvSpPr>
          <p:nvPr>
            <p:ph type="subTitle" idx="5"/>
          </p:nvPr>
        </p:nvSpPr>
        <p:spPr>
          <a:xfrm>
            <a:off x="4798042" y="3079150"/>
            <a:ext cx="2273100" cy="465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algn="r"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algn="r"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
        <p:nvSpPr>
          <p:cNvPr id="343" name="Google Shape;343;p39"/>
          <p:cNvSpPr txBox="1">
            <a:spLocks noGrp="1"/>
          </p:cNvSpPr>
          <p:nvPr>
            <p:ph type="subTitle" idx="6"/>
          </p:nvPr>
        </p:nvSpPr>
        <p:spPr>
          <a:xfrm>
            <a:off x="4772499" y="1272083"/>
            <a:ext cx="2299200" cy="465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algn="r"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algn="r"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algn="r"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Tree>
    <p:extLst>
      <p:ext uri="{BB962C8B-B14F-4D97-AF65-F5344CB8AC3E}">
        <p14:creationId xmlns:p14="http://schemas.microsoft.com/office/powerpoint/2010/main" val="18360624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umbers and text 2">
  <p:cSld name="Numbers and text 2">
    <p:spTree>
      <p:nvGrpSpPr>
        <p:cNvPr id="1" name="Shape 450"/>
        <p:cNvGrpSpPr/>
        <p:nvPr/>
      </p:nvGrpSpPr>
      <p:grpSpPr>
        <a:xfrm>
          <a:off x="0" y="0"/>
          <a:ext cx="0" cy="0"/>
          <a:chOff x="0" y="0"/>
          <a:chExt cx="0" cy="0"/>
        </a:xfrm>
      </p:grpSpPr>
      <p:sp>
        <p:nvSpPr>
          <p:cNvPr id="451" name="Google Shape;451;p49"/>
          <p:cNvSpPr txBox="1">
            <a:spLocks noGrp="1"/>
          </p:cNvSpPr>
          <p:nvPr>
            <p:ph type="ctrTitle"/>
          </p:nvPr>
        </p:nvSpPr>
        <p:spPr>
          <a:xfrm flipH="1">
            <a:off x="540000" y="452237"/>
            <a:ext cx="8064000" cy="670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3600"/>
            </a:lvl1pPr>
            <a:lvl2pPr lvl="1" algn="r" rtl="0">
              <a:spcBef>
                <a:spcPts val="0"/>
              </a:spcBef>
              <a:spcAft>
                <a:spcPts val="0"/>
              </a:spcAft>
              <a:buSzPts val="2400"/>
              <a:buNone/>
              <a:defRPr sz="2400"/>
            </a:lvl2pPr>
            <a:lvl3pPr lvl="2" algn="r" rtl="0">
              <a:spcBef>
                <a:spcPts val="0"/>
              </a:spcBef>
              <a:spcAft>
                <a:spcPts val="0"/>
              </a:spcAft>
              <a:buSzPts val="2400"/>
              <a:buNone/>
              <a:defRPr sz="2400"/>
            </a:lvl3pPr>
            <a:lvl4pPr lvl="3" algn="r" rtl="0">
              <a:spcBef>
                <a:spcPts val="0"/>
              </a:spcBef>
              <a:spcAft>
                <a:spcPts val="0"/>
              </a:spcAft>
              <a:buSzPts val="2400"/>
              <a:buNone/>
              <a:defRPr sz="2400"/>
            </a:lvl4pPr>
            <a:lvl5pPr lvl="4" algn="r" rtl="0">
              <a:spcBef>
                <a:spcPts val="0"/>
              </a:spcBef>
              <a:spcAft>
                <a:spcPts val="0"/>
              </a:spcAft>
              <a:buSzPts val="2400"/>
              <a:buNone/>
              <a:defRPr sz="2400"/>
            </a:lvl5pPr>
            <a:lvl6pPr lvl="5" algn="r" rtl="0">
              <a:spcBef>
                <a:spcPts val="0"/>
              </a:spcBef>
              <a:spcAft>
                <a:spcPts val="0"/>
              </a:spcAft>
              <a:buSzPts val="2400"/>
              <a:buNone/>
              <a:defRPr sz="2400"/>
            </a:lvl6pPr>
            <a:lvl7pPr lvl="6" algn="r" rtl="0">
              <a:spcBef>
                <a:spcPts val="0"/>
              </a:spcBef>
              <a:spcAft>
                <a:spcPts val="0"/>
              </a:spcAft>
              <a:buSzPts val="2400"/>
              <a:buNone/>
              <a:defRPr sz="2400"/>
            </a:lvl7pPr>
            <a:lvl8pPr lvl="7" algn="r" rtl="0">
              <a:spcBef>
                <a:spcPts val="0"/>
              </a:spcBef>
              <a:spcAft>
                <a:spcPts val="0"/>
              </a:spcAft>
              <a:buSzPts val="2400"/>
              <a:buNone/>
              <a:defRPr sz="2400"/>
            </a:lvl8pPr>
            <a:lvl9pPr lvl="8" algn="r" rtl="0">
              <a:spcBef>
                <a:spcPts val="0"/>
              </a:spcBef>
              <a:spcAft>
                <a:spcPts val="0"/>
              </a:spcAft>
              <a:buSzPts val="2400"/>
              <a:buNone/>
              <a:defRPr sz="2400"/>
            </a:lvl9pPr>
          </a:lstStyle>
          <a:p>
            <a:endParaRPr/>
          </a:p>
        </p:txBody>
      </p:sp>
      <p:sp>
        <p:nvSpPr>
          <p:cNvPr id="452" name="Google Shape;452;p49"/>
          <p:cNvSpPr txBox="1">
            <a:spLocks noGrp="1"/>
          </p:cNvSpPr>
          <p:nvPr>
            <p:ph type="subTitle" idx="1"/>
          </p:nvPr>
        </p:nvSpPr>
        <p:spPr>
          <a:xfrm>
            <a:off x="1132000" y="3432862"/>
            <a:ext cx="1874100" cy="367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200"/>
              <a:buNone/>
              <a:defRPr sz="1600">
                <a:latin typeface="Squada One"/>
                <a:ea typeface="Squada One"/>
                <a:cs typeface="Squada One"/>
                <a:sym typeface="Squada 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pic>
        <p:nvPicPr>
          <p:cNvPr id="453" name="Google Shape;453;p49"/>
          <p:cNvPicPr preferRelativeResize="0"/>
          <p:nvPr/>
        </p:nvPicPr>
        <p:blipFill>
          <a:blip r:embed="rId2">
            <a:alphaModFix/>
          </a:blip>
          <a:stretch>
            <a:fillRect/>
          </a:stretch>
        </p:blipFill>
        <p:spPr>
          <a:xfrm>
            <a:off x="-5" y="-581412"/>
            <a:ext cx="2300675" cy="2075900"/>
          </a:xfrm>
          <a:prstGeom prst="rect">
            <a:avLst/>
          </a:prstGeom>
          <a:noFill/>
          <a:ln>
            <a:noFill/>
          </a:ln>
        </p:spPr>
      </p:pic>
      <p:sp>
        <p:nvSpPr>
          <p:cNvPr id="454" name="Google Shape;454;p49"/>
          <p:cNvSpPr txBox="1">
            <a:spLocks noGrp="1"/>
          </p:cNvSpPr>
          <p:nvPr>
            <p:ph type="title" idx="2" hasCustomPrompt="1"/>
          </p:nvPr>
        </p:nvSpPr>
        <p:spPr>
          <a:xfrm>
            <a:off x="3725850" y="2029263"/>
            <a:ext cx="1515900" cy="453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600"/>
              <a:buNone/>
              <a:defRPr sz="36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55" name="Google Shape;455;p49"/>
          <p:cNvSpPr txBox="1">
            <a:spLocks noGrp="1"/>
          </p:cNvSpPr>
          <p:nvPr>
            <p:ph type="title" idx="3" hasCustomPrompt="1"/>
          </p:nvPr>
        </p:nvSpPr>
        <p:spPr>
          <a:xfrm>
            <a:off x="3022450" y="3601675"/>
            <a:ext cx="1407300" cy="453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56" name="Google Shape;456;p49"/>
          <p:cNvSpPr txBox="1">
            <a:spLocks noGrp="1"/>
          </p:cNvSpPr>
          <p:nvPr>
            <p:ph type="title" idx="4" hasCustomPrompt="1"/>
          </p:nvPr>
        </p:nvSpPr>
        <p:spPr>
          <a:xfrm>
            <a:off x="4565843" y="3408687"/>
            <a:ext cx="685800" cy="4539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1800"/>
              <a:buNone/>
              <a:defRPr sz="1800"/>
            </a:lvl1pPr>
            <a:lvl2pPr lvl="1"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57" name="Google Shape;457;p49"/>
          <p:cNvSpPr txBox="1">
            <a:spLocks noGrp="1"/>
          </p:cNvSpPr>
          <p:nvPr>
            <p:ph type="subTitle" idx="5"/>
          </p:nvPr>
        </p:nvSpPr>
        <p:spPr>
          <a:xfrm>
            <a:off x="5445069" y="1751762"/>
            <a:ext cx="1868700" cy="367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200"/>
              <a:buNone/>
              <a:defRPr sz="1600">
                <a:latin typeface="Squada One"/>
                <a:ea typeface="Squada One"/>
                <a:cs typeface="Squada One"/>
                <a:sym typeface="Squada 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458" name="Google Shape;458;p49"/>
          <p:cNvSpPr txBox="1">
            <a:spLocks noGrp="1"/>
          </p:cNvSpPr>
          <p:nvPr>
            <p:ph type="subTitle" idx="6"/>
          </p:nvPr>
        </p:nvSpPr>
        <p:spPr>
          <a:xfrm>
            <a:off x="5326225" y="3441195"/>
            <a:ext cx="1874100" cy="367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200"/>
              <a:buNone/>
              <a:defRPr sz="1600">
                <a:latin typeface="Squada One"/>
                <a:ea typeface="Squada One"/>
                <a:cs typeface="Squada One"/>
                <a:sym typeface="Squada One"/>
              </a:defRPr>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459" name="Google Shape;459;p49"/>
          <p:cNvSpPr txBox="1">
            <a:spLocks noGrp="1"/>
          </p:cNvSpPr>
          <p:nvPr>
            <p:ph type="subTitle" idx="7"/>
          </p:nvPr>
        </p:nvSpPr>
        <p:spPr>
          <a:xfrm>
            <a:off x="5439558" y="1986687"/>
            <a:ext cx="1868700" cy="670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460" name="Google Shape;460;p49"/>
          <p:cNvSpPr txBox="1">
            <a:spLocks noGrp="1"/>
          </p:cNvSpPr>
          <p:nvPr>
            <p:ph type="subTitle" idx="8"/>
          </p:nvPr>
        </p:nvSpPr>
        <p:spPr>
          <a:xfrm>
            <a:off x="5328925" y="3808995"/>
            <a:ext cx="1868700" cy="569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461" name="Google Shape;461;p49"/>
          <p:cNvSpPr txBox="1">
            <a:spLocks noGrp="1"/>
          </p:cNvSpPr>
          <p:nvPr>
            <p:ph type="subTitle" idx="9"/>
          </p:nvPr>
        </p:nvSpPr>
        <p:spPr>
          <a:xfrm>
            <a:off x="1132000" y="3592190"/>
            <a:ext cx="1874100" cy="778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000"/>
              <a:buNone/>
              <a:defRPr sz="14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Tree>
    <p:extLst>
      <p:ext uri="{BB962C8B-B14F-4D97-AF65-F5344CB8AC3E}">
        <p14:creationId xmlns:p14="http://schemas.microsoft.com/office/powerpoint/2010/main" val="1625608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234"/>
        <p:cNvGrpSpPr/>
        <p:nvPr/>
      </p:nvGrpSpPr>
      <p:grpSpPr>
        <a:xfrm>
          <a:off x="0" y="0"/>
          <a:ext cx="0" cy="0"/>
          <a:chOff x="0" y="0"/>
          <a:chExt cx="0" cy="0"/>
        </a:xfrm>
      </p:grpSpPr>
      <p:sp>
        <p:nvSpPr>
          <p:cNvPr id="235" name="Google Shape;235;p30"/>
          <p:cNvSpPr txBox="1">
            <a:spLocks noGrp="1"/>
          </p:cNvSpPr>
          <p:nvPr>
            <p:ph type="title"/>
          </p:nvPr>
        </p:nvSpPr>
        <p:spPr>
          <a:xfrm>
            <a:off x="457200" y="453668"/>
            <a:ext cx="82296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000"/>
              <a:buNone/>
              <a:defRPr sz="3600"/>
            </a:lvl1pPr>
            <a:lvl2pPr lvl="1" algn="l" rtl="0">
              <a:spcBef>
                <a:spcPts val="0"/>
              </a:spcBef>
              <a:spcAft>
                <a:spcPts val="0"/>
              </a:spcAft>
              <a:buSzPts val="2800"/>
              <a:buNone/>
              <a:defRPr/>
            </a:lvl2pPr>
            <a:lvl3pPr lvl="2" algn="l" rtl="0">
              <a:spcBef>
                <a:spcPts val="0"/>
              </a:spcBef>
              <a:spcAft>
                <a:spcPts val="0"/>
              </a:spcAft>
              <a:buSzPts val="2800"/>
              <a:buNone/>
              <a:defRPr/>
            </a:lvl3pPr>
            <a:lvl4pPr lvl="3" algn="l" rtl="0">
              <a:spcBef>
                <a:spcPts val="0"/>
              </a:spcBef>
              <a:spcAft>
                <a:spcPts val="0"/>
              </a:spcAft>
              <a:buSzPts val="2800"/>
              <a:buNone/>
              <a:defRPr/>
            </a:lvl4pPr>
            <a:lvl5pPr lvl="4" algn="l" rtl="0">
              <a:spcBef>
                <a:spcPts val="0"/>
              </a:spcBef>
              <a:spcAft>
                <a:spcPts val="0"/>
              </a:spcAft>
              <a:buSzPts val="2800"/>
              <a:buNone/>
              <a:defRPr/>
            </a:lvl5pPr>
            <a:lvl6pPr lvl="5" algn="l" rtl="0">
              <a:spcBef>
                <a:spcPts val="0"/>
              </a:spcBef>
              <a:spcAft>
                <a:spcPts val="0"/>
              </a:spcAft>
              <a:buSzPts val="2800"/>
              <a:buNone/>
              <a:defRPr/>
            </a:lvl6pPr>
            <a:lvl7pPr lvl="6" algn="l" rtl="0">
              <a:spcBef>
                <a:spcPts val="0"/>
              </a:spcBef>
              <a:spcAft>
                <a:spcPts val="0"/>
              </a:spcAft>
              <a:buSzPts val="2800"/>
              <a:buNone/>
              <a:defRPr/>
            </a:lvl7pPr>
            <a:lvl8pPr lvl="7" algn="l" rtl="0">
              <a:spcBef>
                <a:spcPts val="0"/>
              </a:spcBef>
              <a:spcAft>
                <a:spcPts val="0"/>
              </a:spcAft>
              <a:buSzPts val="2800"/>
              <a:buNone/>
              <a:defRPr/>
            </a:lvl8pPr>
            <a:lvl9pPr lvl="8" algn="l" rtl="0">
              <a:spcBef>
                <a:spcPts val="0"/>
              </a:spcBef>
              <a:spcAft>
                <a:spcPts val="0"/>
              </a:spcAft>
              <a:buSzPts val="2800"/>
              <a:buNone/>
              <a:defRPr/>
            </a:lvl9pPr>
          </a:lstStyle>
          <a:p>
            <a:endParaRPr/>
          </a:p>
        </p:txBody>
      </p:sp>
      <p:pic>
        <p:nvPicPr>
          <p:cNvPr id="236" name="Google Shape;236;p30"/>
          <p:cNvPicPr preferRelativeResize="0"/>
          <p:nvPr/>
        </p:nvPicPr>
        <p:blipFill>
          <a:blip r:embed="rId2">
            <a:alphaModFix/>
          </a:blip>
          <a:stretch>
            <a:fillRect/>
          </a:stretch>
        </p:blipFill>
        <p:spPr>
          <a:xfrm flipH="1">
            <a:off x="6843225" y="6"/>
            <a:ext cx="2300675" cy="2075900"/>
          </a:xfrm>
          <a:prstGeom prst="rect">
            <a:avLst/>
          </a:prstGeom>
          <a:noFill/>
          <a:ln>
            <a:noFill/>
          </a:ln>
        </p:spPr>
      </p:pic>
      <p:sp>
        <p:nvSpPr>
          <p:cNvPr id="237" name="Google Shape;237;p30"/>
          <p:cNvSpPr txBox="1">
            <a:spLocks noGrp="1"/>
          </p:cNvSpPr>
          <p:nvPr>
            <p:ph type="subTitle" idx="1"/>
          </p:nvPr>
        </p:nvSpPr>
        <p:spPr>
          <a:xfrm>
            <a:off x="1638300" y="3524733"/>
            <a:ext cx="1381200" cy="83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38" name="Google Shape;238;p30"/>
          <p:cNvSpPr txBox="1">
            <a:spLocks noGrp="1"/>
          </p:cNvSpPr>
          <p:nvPr>
            <p:ph type="subTitle" idx="2"/>
          </p:nvPr>
        </p:nvSpPr>
        <p:spPr>
          <a:xfrm>
            <a:off x="3104700" y="3514233"/>
            <a:ext cx="1397100" cy="84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39" name="Google Shape;239;p30"/>
          <p:cNvSpPr txBox="1">
            <a:spLocks noGrp="1"/>
          </p:cNvSpPr>
          <p:nvPr>
            <p:ph type="subTitle" idx="3"/>
          </p:nvPr>
        </p:nvSpPr>
        <p:spPr>
          <a:xfrm>
            <a:off x="4571100" y="3511408"/>
            <a:ext cx="1381200" cy="84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40" name="Google Shape;240;p30"/>
          <p:cNvSpPr txBox="1">
            <a:spLocks noGrp="1"/>
          </p:cNvSpPr>
          <p:nvPr>
            <p:ph type="subTitle" idx="4"/>
          </p:nvPr>
        </p:nvSpPr>
        <p:spPr>
          <a:xfrm>
            <a:off x="6023400" y="3529870"/>
            <a:ext cx="1397100" cy="84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spcBef>
                <a:spcPts val="1600"/>
              </a:spcBef>
              <a:spcAft>
                <a:spcPts val="0"/>
              </a:spcAft>
              <a:buSzPts val="1400"/>
              <a:buNone/>
              <a:defRPr/>
            </a:lvl2pPr>
            <a:lvl3pPr lvl="2" rtl="0">
              <a:spcBef>
                <a:spcPts val="1600"/>
              </a:spcBef>
              <a:spcAft>
                <a:spcPts val="0"/>
              </a:spcAft>
              <a:buSzPts val="1400"/>
              <a:buNone/>
              <a:defRPr/>
            </a:lvl3pPr>
            <a:lvl4pPr lvl="3" rtl="0">
              <a:spcBef>
                <a:spcPts val="1600"/>
              </a:spcBef>
              <a:spcAft>
                <a:spcPts val="0"/>
              </a:spcAft>
              <a:buSzPts val="1400"/>
              <a:buNone/>
              <a:defRPr/>
            </a:lvl4pPr>
            <a:lvl5pPr lvl="4" rtl="0">
              <a:spcBef>
                <a:spcPts val="1600"/>
              </a:spcBef>
              <a:spcAft>
                <a:spcPts val="0"/>
              </a:spcAft>
              <a:buSzPts val="1400"/>
              <a:buNone/>
              <a:defRPr/>
            </a:lvl5pPr>
            <a:lvl6pPr lvl="5" rtl="0">
              <a:spcBef>
                <a:spcPts val="1600"/>
              </a:spcBef>
              <a:spcAft>
                <a:spcPts val="0"/>
              </a:spcAft>
              <a:buSzPts val="1400"/>
              <a:buNone/>
              <a:defRPr/>
            </a:lvl6pPr>
            <a:lvl7pPr lvl="6" rtl="0">
              <a:spcBef>
                <a:spcPts val="1600"/>
              </a:spcBef>
              <a:spcAft>
                <a:spcPts val="0"/>
              </a:spcAft>
              <a:buSzPts val="1400"/>
              <a:buNone/>
              <a:defRPr/>
            </a:lvl7pPr>
            <a:lvl8pPr lvl="7" rtl="0">
              <a:spcBef>
                <a:spcPts val="1600"/>
              </a:spcBef>
              <a:spcAft>
                <a:spcPts val="0"/>
              </a:spcAft>
              <a:buSzPts val="1400"/>
              <a:buNone/>
              <a:defRPr/>
            </a:lvl8pPr>
            <a:lvl9pPr lvl="8" rtl="0">
              <a:spcBef>
                <a:spcPts val="1600"/>
              </a:spcBef>
              <a:spcAft>
                <a:spcPts val="1600"/>
              </a:spcAft>
              <a:buSzPts val="1400"/>
              <a:buNone/>
              <a:defRPr/>
            </a:lvl9pPr>
          </a:lstStyle>
          <a:p>
            <a:endParaRPr/>
          </a:p>
        </p:txBody>
      </p:sp>
      <p:sp>
        <p:nvSpPr>
          <p:cNvPr id="241" name="Google Shape;241;p30"/>
          <p:cNvSpPr txBox="1">
            <a:spLocks noGrp="1"/>
          </p:cNvSpPr>
          <p:nvPr>
            <p:ph type="subTitle" idx="5"/>
          </p:nvPr>
        </p:nvSpPr>
        <p:spPr>
          <a:xfrm>
            <a:off x="1638300" y="3196233"/>
            <a:ext cx="1397100" cy="46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
        <p:nvSpPr>
          <p:cNvPr id="242" name="Google Shape;242;p30"/>
          <p:cNvSpPr txBox="1">
            <a:spLocks noGrp="1"/>
          </p:cNvSpPr>
          <p:nvPr>
            <p:ph type="subTitle" idx="6"/>
          </p:nvPr>
        </p:nvSpPr>
        <p:spPr>
          <a:xfrm>
            <a:off x="3104700" y="3196233"/>
            <a:ext cx="1381200" cy="4650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
        <p:nvSpPr>
          <p:cNvPr id="243" name="Google Shape;243;p30"/>
          <p:cNvSpPr txBox="1">
            <a:spLocks noGrp="1"/>
          </p:cNvSpPr>
          <p:nvPr>
            <p:ph type="subTitle" idx="7"/>
          </p:nvPr>
        </p:nvSpPr>
        <p:spPr>
          <a:xfrm>
            <a:off x="4571999" y="3196233"/>
            <a:ext cx="1381200" cy="46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
        <p:nvSpPr>
          <p:cNvPr id="244" name="Google Shape;244;p30"/>
          <p:cNvSpPr txBox="1">
            <a:spLocks noGrp="1"/>
          </p:cNvSpPr>
          <p:nvPr>
            <p:ph type="subTitle" idx="8"/>
          </p:nvPr>
        </p:nvSpPr>
        <p:spPr>
          <a:xfrm>
            <a:off x="6037498" y="3196233"/>
            <a:ext cx="1381200" cy="465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1pPr>
            <a:lvl2pPr lvl="1" rtl="0">
              <a:spcBef>
                <a:spcPts val="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2pPr>
            <a:lvl3pPr lvl="2"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3pPr>
            <a:lvl4pPr lvl="3"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4pPr>
            <a:lvl5pPr lvl="4"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5pPr>
            <a:lvl6pPr lvl="5"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6pPr>
            <a:lvl7pPr lvl="6"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7pPr>
            <a:lvl8pPr lvl="7" rtl="0">
              <a:spcBef>
                <a:spcPts val="1600"/>
              </a:spcBef>
              <a:spcAft>
                <a:spcPts val="0"/>
              </a:spcAft>
              <a:buClr>
                <a:schemeClr val="accent2"/>
              </a:buClr>
              <a:buSzPts val="1600"/>
              <a:buFont typeface="Squada One"/>
              <a:buNone/>
              <a:defRPr sz="1600">
                <a:solidFill>
                  <a:schemeClr val="accent2"/>
                </a:solidFill>
                <a:latin typeface="Squada One"/>
                <a:ea typeface="Squada One"/>
                <a:cs typeface="Squada One"/>
                <a:sym typeface="Squada One"/>
              </a:defRPr>
            </a:lvl8pPr>
            <a:lvl9pPr lvl="8" rtl="0">
              <a:spcBef>
                <a:spcPts val="1600"/>
              </a:spcBef>
              <a:spcAft>
                <a:spcPts val="1600"/>
              </a:spcAft>
              <a:buClr>
                <a:schemeClr val="accent2"/>
              </a:buClr>
              <a:buSzPts val="1600"/>
              <a:buFont typeface="Squada One"/>
              <a:buNone/>
              <a:defRPr sz="1600">
                <a:solidFill>
                  <a:schemeClr val="accent2"/>
                </a:solidFill>
                <a:latin typeface="Squada One"/>
                <a:ea typeface="Squada One"/>
                <a:cs typeface="Squada One"/>
                <a:sym typeface="Squada One"/>
              </a:defRPr>
            </a:lvl9pPr>
          </a:lstStyle>
          <a:p>
            <a:endParaRPr/>
          </a:p>
        </p:txBody>
      </p:sp>
    </p:spTree>
    <p:extLst>
      <p:ext uri="{BB962C8B-B14F-4D97-AF65-F5344CB8AC3E}">
        <p14:creationId xmlns:p14="http://schemas.microsoft.com/office/powerpoint/2010/main" val="38832698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2">
  <p:cSld name="Quote 2">
    <p:spTree>
      <p:nvGrpSpPr>
        <p:cNvPr id="1" name="Shape 119"/>
        <p:cNvGrpSpPr/>
        <p:nvPr/>
      </p:nvGrpSpPr>
      <p:grpSpPr>
        <a:xfrm>
          <a:off x="0" y="0"/>
          <a:ext cx="0" cy="0"/>
          <a:chOff x="0" y="0"/>
          <a:chExt cx="0" cy="0"/>
        </a:xfrm>
      </p:grpSpPr>
      <p:sp>
        <p:nvSpPr>
          <p:cNvPr id="120" name="Google Shape;120;p16"/>
          <p:cNvSpPr txBox="1">
            <a:spLocks noGrp="1"/>
          </p:cNvSpPr>
          <p:nvPr>
            <p:ph type="subTitle" idx="1"/>
          </p:nvPr>
        </p:nvSpPr>
        <p:spPr>
          <a:xfrm>
            <a:off x="4511650" y="3131900"/>
            <a:ext cx="3717900" cy="36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Font typeface="Arial"/>
              <a:buChar char="-"/>
              <a:defRPr sz="1600"/>
            </a:lvl1pPr>
            <a:lvl2pPr lvl="1" algn="ctr" rtl="0">
              <a:lnSpc>
                <a:spcPct val="100000"/>
              </a:lnSpc>
              <a:spcBef>
                <a:spcPts val="0"/>
              </a:spcBef>
              <a:spcAft>
                <a:spcPts val="0"/>
              </a:spcAft>
              <a:buClr>
                <a:schemeClr val="dk1"/>
              </a:buClr>
              <a:buSzPts val="1400"/>
              <a:buFont typeface="Arial"/>
              <a:buChar char="-"/>
              <a:defRPr sz="1000"/>
            </a:lvl2pPr>
            <a:lvl3pPr lvl="2" algn="ctr" rtl="0">
              <a:lnSpc>
                <a:spcPct val="100000"/>
              </a:lnSpc>
              <a:spcBef>
                <a:spcPts val="0"/>
              </a:spcBef>
              <a:spcAft>
                <a:spcPts val="0"/>
              </a:spcAft>
              <a:buClr>
                <a:schemeClr val="dk1"/>
              </a:buClr>
              <a:buSzPts val="1400"/>
              <a:buFont typeface="Arial"/>
              <a:buChar char="-"/>
              <a:defRPr sz="1000"/>
            </a:lvl3pPr>
            <a:lvl4pPr lvl="3" algn="ctr" rtl="0">
              <a:lnSpc>
                <a:spcPct val="100000"/>
              </a:lnSpc>
              <a:spcBef>
                <a:spcPts val="0"/>
              </a:spcBef>
              <a:spcAft>
                <a:spcPts val="0"/>
              </a:spcAft>
              <a:buClr>
                <a:schemeClr val="dk1"/>
              </a:buClr>
              <a:buSzPts val="1400"/>
              <a:buFont typeface="Arial"/>
              <a:buChar char="-"/>
              <a:defRPr sz="1000"/>
            </a:lvl4pPr>
            <a:lvl5pPr lvl="4" algn="ctr" rtl="0">
              <a:lnSpc>
                <a:spcPct val="100000"/>
              </a:lnSpc>
              <a:spcBef>
                <a:spcPts val="0"/>
              </a:spcBef>
              <a:spcAft>
                <a:spcPts val="0"/>
              </a:spcAft>
              <a:buClr>
                <a:schemeClr val="dk1"/>
              </a:buClr>
              <a:buSzPts val="1400"/>
              <a:buFont typeface="Arial"/>
              <a:buChar char="-"/>
              <a:defRPr sz="1000"/>
            </a:lvl5pPr>
            <a:lvl6pPr lvl="5" algn="ctr" rtl="0">
              <a:lnSpc>
                <a:spcPct val="100000"/>
              </a:lnSpc>
              <a:spcBef>
                <a:spcPts val="0"/>
              </a:spcBef>
              <a:spcAft>
                <a:spcPts val="0"/>
              </a:spcAft>
              <a:buClr>
                <a:schemeClr val="dk1"/>
              </a:buClr>
              <a:buSzPts val="1400"/>
              <a:buFont typeface="Arial"/>
              <a:buChar char="-"/>
              <a:defRPr sz="1000"/>
            </a:lvl6pPr>
            <a:lvl7pPr lvl="6" algn="ctr" rtl="0">
              <a:lnSpc>
                <a:spcPct val="100000"/>
              </a:lnSpc>
              <a:spcBef>
                <a:spcPts val="0"/>
              </a:spcBef>
              <a:spcAft>
                <a:spcPts val="0"/>
              </a:spcAft>
              <a:buClr>
                <a:schemeClr val="dk1"/>
              </a:buClr>
              <a:buSzPts val="1400"/>
              <a:buFont typeface="Arial"/>
              <a:buChar char="-"/>
              <a:defRPr sz="1000"/>
            </a:lvl7pPr>
            <a:lvl8pPr lvl="7" algn="ctr" rtl="0">
              <a:lnSpc>
                <a:spcPct val="100000"/>
              </a:lnSpc>
              <a:spcBef>
                <a:spcPts val="0"/>
              </a:spcBef>
              <a:spcAft>
                <a:spcPts val="0"/>
              </a:spcAft>
              <a:buClr>
                <a:schemeClr val="dk1"/>
              </a:buClr>
              <a:buSzPts val="1400"/>
              <a:buFont typeface="Arial"/>
              <a:buChar char="-"/>
              <a:defRPr sz="1000"/>
            </a:lvl8pPr>
            <a:lvl9pPr lvl="8" algn="ctr" rtl="0">
              <a:lnSpc>
                <a:spcPct val="100000"/>
              </a:lnSpc>
              <a:spcBef>
                <a:spcPts val="0"/>
              </a:spcBef>
              <a:spcAft>
                <a:spcPts val="0"/>
              </a:spcAft>
              <a:buClr>
                <a:schemeClr val="dk1"/>
              </a:buClr>
              <a:buSzPts val="1400"/>
              <a:buFont typeface="Arial"/>
              <a:buChar char="-"/>
              <a:defRPr sz="1000"/>
            </a:lvl9pPr>
          </a:lstStyle>
          <a:p>
            <a:endParaRPr/>
          </a:p>
        </p:txBody>
      </p:sp>
      <p:sp>
        <p:nvSpPr>
          <p:cNvPr id="121" name="Google Shape;121;p16"/>
          <p:cNvSpPr txBox="1">
            <a:spLocks noGrp="1"/>
          </p:cNvSpPr>
          <p:nvPr>
            <p:ph type="ctrTitle"/>
          </p:nvPr>
        </p:nvSpPr>
        <p:spPr>
          <a:xfrm>
            <a:off x="4511650" y="1054625"/>
            <a:ext cx="3717900" cy="1864500"/>
          </a:xfrm>
          <a:prstGeom prst="rect">
            <a:avLst/>
          </a:prstGeom>
        </p:spPr>
        <p:txBody>
          <a:bodyPr spcFirstLastPara="1" wrap="square" lIns="91425" tIns="91425" rIns="91425" bIns="91425" anchor="ctr" anchorCtr="0">
            <a:noAutofit/>
          </a:bodyPr>
          <a:lstStyle>
            <a:lvl1pPr lvl="0" algn="r" rtl="0">
              <a:spcBef>
                <a:spcPts val="3400"/>
              </a:spcBef>
              <a:spcAft>
                <a:spcPts val="0"/>
              </a:spcAft>
              <a:buSzPts val="3600"/>
              <a:buNone/>
              <a:defRPr sz="24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pic>
        <p:nvPicPr>
          <p:cNvPr id="122" name="Google Shape;122;p16"/>
          <p:cNvPicPr preferRelativeResize="0"/>
          <p:nvPr/>
        </p:nvPicPr>
        <p:blipFill>
          <a:blip r:embed="rId2">
            <a:alphaModFix/>
          </a:blip>
          <a:stretch>
            <a:fillRect/>
          </a:stretch>
        </p:blipFill>
        <p:spPr>
          <a:xfrm>
            <a:off x="16176" y="-501681"/>
            <a:ext cx="3802725" cy="3431200"/>
          </a:xfrm>
          <a:prstGeom prst="rect">
            <a:avLst/>
          </a:prstGeom>
          <a:noFill/>
          <a:ln>
            <a:noFill/>
          </a:ln>
        </p:spPr>
      </p:pic>
      <p:pic>
        <p:nvPicPr>
          <p:cNvPr id="123" name="Google Shape;123;p16"/>
          <p:cNvPicPr preferRelativeResize="0"/>
          <p:nvPr/>
        </p:nvPicPr>
        <p:blipFill>
          <a:blip r:embed="rId2">
            <a:alphaModFix/>
          </a:blip>
          <a:stretch>
            <a:fillRect/>
          </a:stretch>
        </p:blipFill>
        <p:spPr>
          <a:xfrm rot="10800000" flipH="1">
            <a:off x="10" y="2213744"/>
            <a:ext cx="3802725" cy="3431200"/>
          </a:xfrm>
          <a:prstGeom prst="rect">
            <a:avLst/>
          </a:prstGeom>
          <a:noFill/>
          <a:ln>
            <a:noFill/>
          </a:ln>
        </p:spPr>
      </p:pic>
    </p:spTree>
    <p:extLst>
      <p:ext uri="{BB962C8B-B14F-4D97-AF65-F5344CB8AC3E}">
        <p14:creationId xmlns:p14="http://schemas.microsoft.com/office/powerpoint/2010/main" val="3458686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1"/>
            </a:gs>
            <a:gs pos="100000">
              <a:schemeClr val="accent2"/>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45025"/>
            <a:ext cx="8229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lt1"/>
              </a:buClr>
              <a:buSzPts val="3000"/>
              <a:buFont typeface="Squada One"/>
              <a:buNone/>
              <a:defRPr sz="3000">
                <a:solidFill>
                  <a:schemeClr val="lt1"/>
                </a:solidFill>
                <a:latin typeface="Squada One"/>
                <a:ea typeface="Squada One"/>
                <a:cs typeface="Squada One"/>
                <a:sym typeface="Squada One"/>
              </a:defRPr>
            </a:lvl1pPr>
            <a:lvl2pPr lvl="1" algn="ctr">
              <a:spcBef>
                <a:spcPts val="0"/>
              </a:spcBef>
              <a:spcAft>
                <a:spcPts val="0"/>
              </a:spcAft>
              <a:buClr>
                <a:schemeClr val="lt1"/>
              </a:buClr>
              <a:buSzPts val="2800"/>
              <a:buNone/>
              <a:defRPr sz="2800">
                <a:solidFill>
                  <a:schemeClr val="lt1"/>
                </a:solidFill>
              </a:defRPr>
            </a:lvl2pPr>
            <a:lvl3pPr lvl="2" algn="ctr">
              <a:spcBef>
                <a:spcPts val="0"/>
              </a:spcBef>
              <a:spcAft>
                <a:spcPts val="0"/>
              </a:spcAft>
              <a:buClr>
                <a:schemeClr val="lt1"/>
              </a:buClr>
              <a:buSzPts val="2800"/>
              <a:buNone/>
              <a:defRPr sz="2800">
                <a:solidFill>
                  <a:schemeClr val="lt1"/>
                </a:solidFill>
              </a:defRPr>
            </a:lvl3pPr>
            <a:lvl4pPr lvl="3" algn="ctr">
              <a:spcBef>
                <a:spcPts val="0"/>
              </a:spcBef>
              <a:spcAft>
                <a:spcPts val="0"/>
              </a:spcAft>
              <a:buClr>
                <a:schemeClr val="lt1"/>
              </a:buClr>
              <a:buSzPts val="2800"/>
              <a:buNone/>
              <a:defRPr sz="2800">
                <a:solidFill>
                  <a:schemeClr val="lt1"/>
                </a:solidFill>
              </a:defRPr>
            </a:lvl4pPr>
            <a:lvl5pPr lvl="4" algn="ctr">
              <a:spcBef>
                <a:spcPts val="0"/>
              </a:spcBef>
              <a:spcAft>
                <a:spcPts val="0"/>
              </a:spcAft>
              <a:buClr>
                <a:schemeClr val="lt1"/>
              </a:buClr>
              <a:buSzPts val="2800"/>
              <a:buNone/>
              <a:defRPr sz="2800">
                <a:solidFill>
                  <a:schemeClr val="lt1"/>
                </a:solidFill>
              </a:defRPr>
            </a:lvl5pPr>
            <a:lvl6pPr lvl="5" algn="ctr">
              <a:spcBef>
                <a:spcPts val="0"/>
              </a:spcBef>
              <a:spcAft>
                <a:spcPts val="0"/>
              </a:spcAft>
              <a:buClr>
                <a:schemeClr val="lt1"/>
              </a:buClr>
              <a:buSzPts val="2800"/>
              <a:buNone/>
              <a:defRPr sz="2800">
                <a:solidFill>
                  <a:schemeClr val="lt1"/>
                </a:solidFill>
              </a:defRPr>
            </a:lvl6pPr>
            <a:lvl7pPr lvl="6" algn="ctr">
              <a:spcBef>
                <a:spcPts val="0"/>
              </a:spcBef>
              <a:spcAft>
                <a:spcPts val="0"/>
              </a:spcAft>
              <a:buClr>
                <a:schemeClr val="lt1"/>
              </a:buClr>
              <a:buSzPts val="2800"/>
              <a:buNone/>
              <a:defRPr sz="2800">
                <a:solidFill>
                  <a:schemeClr val="lt1"/>
                </a:solidFill>
              </a:defRPr>
            </a:lvl7pPr>
            <a:lvl8pPr lvl="7" algn="ctr">
              <a:spcBef>
                <a:spcPts val="0"/>
              </a:spcBef>
              <a:spcAft>
                <a:spcPts val="0"/>
              </a:spcAft>
              <a:buClr>
                <a:schemeClr val="lt1"/>
              </a:buClr>
              <a:buSzPts val="2800"/>
              <a:buNone/>
              <a:defRPr sz="2800">
                <a:solidFill>
                  <a:schemeClr val="lt1"/>
                </a:solidFill>
              </a:defRPr>
            </a:lvl8pPr>
            <a:lvl9pPr lvl="8" algn="ctr">
              <a:spcBef>
                <a:spcPts val="0"/>
              </a:spcBef>
              <a:spcAft>
                <a:spcPts val="0"/>
              </a:spcAft>
              <a:buClr>
                <a:schemeClr val="lt1"/>
              </a:buClr>
              <a:buSzPts val="2800"/>
              <a:buNone/>
              <a:defRPr sz="2800">
                <a:solidFill>
                  <a:schemeClr val="lt1"/>
                </a:solidFill>
              </a:defRPr>
            </a:lvl9pPr>
          </a:lstStyle>
          <a:p>
            <a:endParaRPr/>
          </a:p>
        </p:txBody>
      </p:sp>
      <p:sp>
        <p:nvSpPr>
          <p:cNvPr id="7" name="Google Shape;7;p1"/>
          <p:cNvSpPr txBox="1">
            <a:spLocks noGrp="1"/>
          </p:cNvSpPr>
          <p:nvPr>
            <p:ph type="body" idx="1"/>
          </p:nvPr>
        </p:nvSpPr>
        <p:spPr>
          <a:xfrm>
            <a:off x="457200" y="1152475"/>
            <a:ext cx="8229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1"/>
              </a:buClr>
              <a:buSzPts val="1800"/>
              <a:buFont typeface="Roboto Condensed Light"/>
              <a:buChar char="●"/>
              <a:defRPr sz="1800">
                <a:solidFill>
                  <a:schemeClr val="lt1"/>
                </a:solidFill>
                <a:latin typeface="Roboto Condensed Light"/>
                <a:ea typeface="Roboto Condensed Light"/>
                <a:cs typeface="Roboto Condensed Light"/>
                <a:sym typeface="Roboto Condensed Light"/>
              </a:defRPr>
            </a:lvl1pPr>
            <a:lvl2pPr marL="914400" lvl="1"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2pPr>
            <a:lvl3pPr marL="1371600" lvl="2"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3pPr>
            <a:lvl4pPr marL="1828800" lvl="3"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4pPr>
            <a:lvl5pPr marL="2286000" lvl="4"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5pPr>
            <a:lvl6pPr marL="2743200" lvl="5"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6pPr>
            <a:lvl7pPr marL="3200400" lvl="6"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7pPr>
            <a:lvl8pPr marL="3657600" lvl="7" indent="-317500">
              <a:lnSpc>
                <a:spcPct val="115000"/>
              </a:lnSpc>
              <a:spcBef>
                <a:spcPts val="1600"/>
              </a:spcBef>
              <a:spcAft>
                <a:spcPts val="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8pPr>
            <a:lvl9pPr marL="4114800" lvl="8" indent="-317500">
              <a:lnSpc>
                <a:spcPct val="115000"/>
              </a:lnSpc>
              <a:spcBef>
                <a:spcPts val="1600"/>
              </a:spcBef>
              <a:spcAft>
                <a:spcPts val="1600"/>
              </a:spcAft>
              <a:buClr>
                <a:schemeClr val="lt1"/>
              </a:buClr>
              <a:buSzPts val="1400"/>
              <a:buFont typeface="Roboto Condensed Light"/>
              <a:buChar char="■"/>
              <a:defRPr>
                <a:solidFill>
                  <a:schemeClr val="lt1"/>
                </a:solidFill>
                <a:latin typeface="Roboto Condensed Light"/>
                <a:ea typeface="Roboto Condensed Light"/>
                <a:cs typeface="Roboto Condensed Light"/>
                <a:sym typeface="Roboto Condensed Ligh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8" r:id="rId1"/>
    <p:sldLayoutId id="2147483666" r:id="rId2"/>
    <p:sldLayoutId id="2147483696" r:id="rId3"/>
    <p:sldLayoutId id="2147483698" r:id="rId4"/>
    <p:sldLayoutId id="2147483703" r:id="rId5"/>
    <p:sldLayoutId id="2147483709" r:id="rId6"/>
    <p:sldLayoutId id="2147483710" r:id="rId7"/>
    <p:sldLayoutId id="2147483738" r:id="rId8"/>
    <p:sldLayoutId id="2147483741" r:id="rId9"/>
    <p:sldLayoutId id="2147483742" r:id="rId10"/>
    <p:sldLayoutId id="2147483743" r:id="rId11"/>
    <p:sldLayoutId id="214748374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0"/>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A78D9EF-A0DA-B681-7D5E-7ABC6EC1AFAC}"/>
              </a:ext>
            </a:extLst>
          </p:cNvPr>
          <p:cNvSpPr/>
          <p:nvPr/>
        </p:nvSpPr>
        <p:spPr>
          <a:xfrm>
            <a:off x="1085436" y="2929644"/>
            <a:ext cx="6973121" cy="1532772"/>
          </a:xfrm>
          <a:prstGeom prst="roundRect">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2800" i="1" dirty="0">
                <a:latin typeface="Times New Roman" panose="02020603050405020304" pitchFamily="18" charset="0"/>
                <a:cs typeface="Times New Roman" panose="02020603050405020304" pitchFamily="18" charset="0"/>
              </a:rPr>
              <a:t>Presenting by</a:t>
            </a:r>
          </a:p>
          <a:p>
            <a:pPr algn="ctr"/>
            <a:endParaRPr lang="en-US" sz="1200" i="1" dirty="0">
              <a:latin typeface="Times New Roman" panose="02020603050405020304" pitchFamily="18" charset="0"/>
              <a:cs typeface="Times New Roman" panose="02020603050405020304" pitchFamily="18" charset="0"/>
            </a:endParaRPr>
          </a:p>
          <a:p>
            <a:pPr algn="ctr"/>
            <a:r>
              <a:rPr lang="en-US" i="1" dirty="0">
                <a:latin typeface="Times New Roman" panose="02020603050405020304" pitchFamily="18" charset="0"/>
                <a:cs typeface="Times New Roman" panose="02020603050405020304" pitchFamily="18" charset="0"/>
              </a:rPr>
              <a:t>Venkata Kiran Kumar D                   Ketan Sairam B </a:t>
            </a:r>
          </a:p>
          <a:p>
            <a:pPr algn="ctr"/>
            <a:r>
              <a:rPr lang="en-US" i="1" dirty="0">
                <a:latin typeface="Times New Roman" panose="02020603050405020304" pitchFamily="18" charset="0"/>
                <a:cs typeface="Times New Roman" panose="02020603050405020304" pitchFamily="18" charset="0"/>
              </a:rPr>
              <a:t>    CB.SC.U4AIE23122                    CB.SC.U4AIE23168 </a:t>
            </a:r>
            <a:endParaRPr lang="en-IN" i="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CDD15CA-ED0E-9FDA-E4C5-D307E20CE903}"/>
              </a:ext>
            </a:extLst>
          </p:cNvPr>
          <p:cNvSpPr txBox="1"/>
          <p:nvPr/>
        </p:nvSpPr>
        <p:spPr>
          <a:xfrm>
            <a:off x="1695325" y="297793"/>
            <a:ext cx="5753347" cy="1077218"/>
          </a:xfrm>
          <a:prstGeom prst="rect">
            <a:avLst/>
          </a:prstGeom>
          <a:noFill/>
        </p:spPr>
        <p:txBody>
          <a:bodyPr wrap="square" rtlCol="0">
            <a:spAutoFit/>
          </a:bodyPr>
          <a:lstStyle/>
          <a:p>
            <a:pPr algn="ctr"/>
            <a:r>
              <a:rPr lang="en-IN" sz="3200" dirty="0">
                <a:latin typeface="Algerian" panose="04020705040A02060702" pitchFamily="82" charset="0"/>
              </a:rPr>
              <a:t>22AIE115</a:t>
            </a:r>
          </a:p>
          <a:p>
            <a:pPr algn="ctr"/>
            <a:r>
              <a:rPr lang="en-IN" sz="3200" dirty="0">
                <a:latin typeface="Algerian" panose="04020705040A02060702" pitchFamily="82" charset="0"/>
              </a:rPr>
              <a:t>USER INTERFACE DESIGN</a:t>
            </a:r>
          </a:p>
        </p:txBody>
      </p:sp>
      <p:sp>
        <p:nvSpPr>
          <p:cNvPr id="2" name="TextBox 1">
            <a:extLst>
              <a:ext uri="{FF2B5EF4-FFF2-40B4-BE49-F238E27FC236}">
                <a16:creationId xmlns:a16="http://schemas.microsoft.com/office/drawing/2014/main" id="{F41B662A-C8BD-E396-7A4A-FCA7E058177A}"/>
              </a:ext>
            </a:extLst>
          </p:cNvPr>
          <p:cNvSpPr txBox="1"/>
          <p:nvPr/>
        </p:nvSpPr>
        <p:spPr>
          <a:xfrm>
            <a:off x="1947209" y="1677497"/>
            <a:ext cx="5249577" cy="584775"/>
          </a:xfrm>
          <a:prstGeom prst="rect">
            <a:avLst/>
          </a:prstGeom>
          <a:noFill/>
        </p:spPr>
        <p:txBody>
          <a:bodyPr wrap="square" rtlCol="0">
            <a:spAutoFit/>
          </a:bodyPr>
          <a:lstStyle/>
          <a:p>
            <a:r>
              <a:rPr lang="en-US" sz="3200" dirty="0">
                <a:solidFill>
                  <a:srgbClr val="002060"/>
                </a:solidFill>
                <a:latin typeface="Algerian" panose="04020705040A02060702" pitchFamily="82" charset="0"/>
              </a:rPr>
              <a:t>Tourism in Switzerland</a:t>
            </a:r>
            <a:endParaRPr lang="en-IN" sz="3200" dirty="0">
              <a:solidFill>
                <a:srgbClr val="002060"/>
              </a:solidFill>
              <a:latin typeface="Algerian" panose="04020705040A02060702" pitchFamily="8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69"/>
        <p:cNvGrpSpPr/>
        <p:nvPr/>
      </p:nvGrpSpPr>
      <p:grpSpPr>
        <a:xfrm>
          <a:off x="0" y="0"/>
          <a:ext cx="0" cy="0"/>
          <a:chOff x="0" y="0"/>
          <a:chExt cx="0" cy="0"/>
        </a:xfrm>
      </p:grpSpPr>
      <p:sp>
        <p:nvSpPr>
          <p:cNvPr id="7" name="TextBox 6">
            <a:extLst>
              <a:ext uri="{FF2B5EF4-FFF2-40B4-BE49-F238E27FC236}">
                <a16:creationId xmlns:a16="http://schemas.microsoft.com/office/drawing/2014/main" id="{895FDACE-3110-4869-CE71-CDA7FB527A04}"/>
              </a:ext>
            </a:extLst>
          </p:cNvPr>
          <p:cNvSpPr txBox="1"/>
          <p:nvPr/>
        </p:nvSpPr>
        <p:spPr>
          <a:xfrm>
            <a:off x="150748" y="1114023"/>
            <a:ext cx="6536028" cy="2800767"/>
          </a:xfrm>
          <a:prstGeom prst="rect">
            <a:avLst/>
          </a:prstGeom>
          <a:noFill/>
        </p:spPr>
        <p:txBody>
          <a:bodyPr wrap="square" rtlCol="0">
            <a:spAutoFit/>
          </a:bodyPr>
          <a:lstStyle/>
          <a:p>
            <a:r>
              <a:rPr lang="en-IN" altLang="ko-KR" sz="1600" dirty="0">
                <a:solidFill>
                  <a:schemeClr val="tx1"/>
                </a:solidFill>
                <a:latin typeface="STXinwei" panose="02010800040101010101" pitchFamily="2" charset="-122"/>
                <a:ea typeface="STXinwei" panose="02010800040101010101" pitchFamily="2" charset="-122"/>
                <a:cs typeface="Arial" pitchFamily="34" charset="0"/>
              </a:rPr>
              <a:t>Creating an user–friendly online tourism website on Switzerland with appealing design and images utilising HTML, CSS and JAVASCRIPT.</a:t>
            </a:r>
          </a:p>
          <a:p>
            <a:endParaRPr lang="en-IN" altLang="ko-KR" sz="1600" b="1" dirty="0">
              <a:solidFill>
                <a:srgbClr val="00B050"/>
              </a:solidFill>
              <a:latin typeface="STXinwei" panose="02010800040101010101" pitchFamily="2" charset="-122"/>
              <a:ea typeface="STXinwei" panose="02010800040101010101" pitchFamily="2" charset="-122"/>
              <a:cs typeface="Arial" pitchFamily="34" charset="0"/>
            </a:endParaRPr>
          </a:p>
          <a:p>
            <a:r>
              <a:rPr lang="en-IN" altLang="ko-KR" sz="1600" dirty="0">
                <a:solidFill>
                  <a:schemeClr val="tx1"/>
                </a:solidFill>
                <a:latin typeface="STXinwei" panose="02010800040101010101" pitchFamily="2" charset="-122"/>
                <a:ea typeface="STXinwei" panose="02010800040101010101" pitchFamily="2" charset="-122"/>
                <a:cs typeface="Arial" pitchFamily="34" charset="0"/>
              </a:rPr>
              <a:t>Showcasing different sub menus like Home, about, places etc for easy and efficient navigation.</a:t>
            </a:r>
            <a:endParaRPr lang="ko-KR" altLang="en-US" sz="1600" dirty="0">
              <a:solidFill>
                <a:schemeClr val="tx1"/>
              </a:solidFill>
              <a:latin typeface="STXinwei" panose="02010800040101010101" pitchFamily="2" charset="-122"/>
              <a:cs typeface="Arial" pitchFamily="34" charset="0"/>
            </a:endParaRPr>
          </a:p>
          <a:p>
            <a:endParaRPr lang="en-IN" altLang="ko-KR" sz="1600" dirty="0">
              <a:solidFill>
                <a:schemeClr val="tx1"/>
              </a:solidFill>
              <a:latin typeface="STXinwei" panose="02010800040101010101" pitchFamily="2" charset="-122"/>
              <a:ea typeface="STXinwei" panose="02010800040101010101" pitchFamily="2" charset="-122"/>
              <a:cs typeface="Arial" pitchFamily="34" charset="0"/>
            </a:endParaRPr>
          </a:p>
          <a:p>
            <a:r>
              <a:rPr lang="en-IN" altLang="ko-KR" sz="1600" dirty="0">
                <a:solidFill>
                  <a:schemeClr val="tx1"/>
                </a:solidFill>
                <a:latin typeface="STXinwei" panose="02010800040101010101" pitchFamily="2" charset="-122"/>
                <a:ea typeface="STXinwei" panose="02010800040101010101" pitchFamily="2" charset="-122"/>
                <a:cs typeface="Arial" pitchFamily="34" charset="0"/>
              </a:rPr>
              <a:t>Creating separate webpages for the available menus with back and froth navigation between the pages.</a:t>
            </a:r>
            <a:endParaRPr lang="ko-KR" altLang="en-US" sz="1600" dirty="0">
              <a:solidFill>
                <a:schemeClr val="tx1"/>
              </a:solidFill>
              <a:latin typeface="STXinwei" panose="02010800040101010101" pitchFamily="2" charset="-122"/>
              <a:cs typeface="Arial" pitchFamily="34" charset="0"/>
            </a:endParaRPr>
          </a:p>
          <a:p>
            <a:endParaRPr lang="en-IN" altLang="ko-KR" sz="1600" dirty="0">
              <a:solidFill>
                <a:schemeClr val="tx1"/>
              </a:solidFill>
              <a:latin typeface="STXinwei" panose="02010800040101010101" pitchFamily="2" charset="-122"/>
              <a:ea typeface="STXinwei" panose="02010800040101010101" pitchFamily="2" charset="-122"/>
              <a:cs typeface="Arial" pitchFamily="34" charset="0"/>
            </a:endParaRPr>
          </a:p>
          <a:p>
            <a:r>
              <a:rPr lang="en-IN" altLang="ko-KR" sz="1600" dirty="0">
                <a:solidFill>
                  <a:schemeClr val="tx1"/>
                </a:solidFill>
                <a:latin typeface="STXinwei" panose="02010800040101010101" pitchFamily="2" charset="-122"/>
                <a:ea typeface="STXinwei" panose="02010800040101010101" pitchFamily="2" charset="-122"/>
                <a:cs typeface="Arial" pitchFamily="34" charset="0"/>
              </a:rPr>
              <a:t>Designing Sign In box where we can Log in  in the website using email and password for booking hotels.</a:t>
            </a:r>
            <a:endParaRPr lang="ko-KR" altLang="en-US" sz="1600" b="1" dirty="0">
              <a:solidFill>
                <a:srgbClr val="00B050"/>
              </a:solidFill>
              <a:cs typeface="Arial" pitchFamily="34" charset="0"/>
            </a:endParaRPr>
          </a:p>
        </p:txBody>
      </p:sp>
      <p:sp>
        <p:nvSpPr>
          <p:cNvPr id="2" name="Star: 5 Points 1">
            <a:extLst>
              <a:ext uri="{FF2B5EF4-FFF2-40B4-BE49-F238E27FC236}">
                <a16:creationId xmlns:a16="http://schemas.microsoft.com/office/drawing/2014/main" id="{3F0B6DF1-69B5-6FE1-8A80-7265B99B4FCF}"/>
              </a:ext>
            </a:extLst>
          </p:cNvPr>
          <p:cNvSpPr/>
          <p:nvPr/>
        </p:nvSpPr>
        <p:spPr>
          <a:xfrm>
            <a:off x="39131" y="1228710"/>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tar: 5 Points 2">
            <a:extLst>
              <a:ext uri="{FF2B5EF4-FFF2-40B4-BE49-F238E27FC236}">
                <a16:creationId xmlns:a16="http://schemas.microsoft.com/office/drawing/2014/main" id="{FAE36347-AC16-2D73-4F5A-69A73F9BD78F}"/>
              </a:ext>
            </a:extLst>
          </p:cNvPr>
          <p:cNvSpPr/>
          <p:nvPr/>
        </p:nvSpPr>
        <p:spPr>
          <a:xfrm>
            <a:off x="20389" y="1950611"/>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Star: 5 Points 3">
            <a:extLst>
              <a:ext uri="{FF2B5EF4-FFF2-40B4-BE49-F238E27FC236}">
                <a16:creationId xmlns:a16="http://schemas.microsoft.com/office/drawing/2014/main" id="{63377A1C-12FB-B253-3E59-EEFBBE6EBAB7}"/>
              </a:ext>
            </a:extLst>
          </p:cNvPr>
          <p:cNvSpPr/>
          <p:nvPr/>
        </p:nvSpPr>
        <p:spPr>
          <a:xfrm>
            <a:off x="29760" y="2672512"/>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tar: 5 Points 4">
            <a:extLst>
              <a:ext uri="{FF2B5EF4-FFF2-40B4-BE49-F238E27FC236}">
                <a16:creationId xmlns:a16="http://schemas.microsoft.com/office/drawing/2014/main" id="{766F6331-0A3F-BE32-DF15-F493EF89F39C}"/>
              </a:ext>
            </a:extLst>
          </p:cNvPr>
          <p:cNvSpPr/>
          <p:nvPr/>
        </p:nvSpPr>
        <p:spPr>
          <a:xfrm>
            <a:off x="39131" y="3394413"/>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a:extLst>
              <a:ext uri="{FF2B5EF4-FFF2-40B4-BE49-F238E27FC236}">
                <a16:creationId xmlns:a16="http://schemas.microsoft.com/office/drawing/2014/main" id="{FB5294DD-7237-9D45-090A-0FBC59D384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1155" y="3049885"/>
            <a:ext cx="2948354" cy="195786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0C81EEB-DE4D-1708-955D-00F0D9A57D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4200" y="26087"/>
            <a:ext cx="973910" cy="9739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06381AD-4C2B-4745-99B1-0BBCE6131A71}"/>
              </a:ext>
            </a:extLst>
          </p:cNvPr>
          <p:cNvSpPr>
            <a:spLocks noGrp="1"/>
          </p:cNvSpPr>
          <p:nvPr>
            <p:ph type="body" sz="quarter" idx="10"/>
          </p:nvPr>
        </p:nvSpPr>
        <p:spPr>
          <a:xfrm>
            <a:off x="462170" y="254632"/>
            <a:ext cx="4549446" cy="543185"/>
          </a:xfrm>
          <a:prstGeom prst="rect">
            <a:avLst/>
          </a:prstGeom>
        </p:spPr>
        <p:txBody>
          <a:bodyPr/>
          <a:lstStyle/>
          <a:p>
            <a:pPr algn="l"/>
            <a:r>
              <a:rPr lang="en-US" dirty="0">
                <a:latin typeface="Algerian" panose="04020705040A02060702" pitchFamily="82" charset="0"/>
              </a:rPr>
              <a:t>Implementation:</a:t>
            </a:r>
          </a:p>
        </p:txBody>
      </p:sp>
      <p:sp>
        <p:nvSpPr>
          <p:cNvPr id="3" name="직사각형 2">
            <a:extLst>
              <a:ext uri="{FF2B5EF4-FFF2-40B4-BE49-F238E27FC236}">
                <a16:creationId xmlns:a16="http://schemas.microsoft.com/office/drawing/2014/main" id="{85A4443C-7B61-4774-8E9A-EE10F4411F42}"/>
              </a:ext>
            </a:extLst>
          </p:cNvPr>
          <p:cNvSpPr/>
          <p:nvPr/>
        </p:nvSpPr>
        <p:spPr>
          <a:xfrm>
            <a:off x="666017" y="2907568"/>
            <a:ext cx="7794381" cy="81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4" name="타원 54">
            <a:extLst>
              <a:ext uri="{FF2B5EF4-FFF2-40B4-BE49-F238E27FC236}">
                <a16:creationId xmlns:a16="http://schemas.microsoft.com/office/drawing/2014/main" id="{3FFF6BC6-997E-42E2-80AE-9DA70C6D9A45}"/>
              </a:ext>
            </a:extLst>
          </p:cNvPr>
          <p:cNvSpPr/>
          <p:nvPr/>
        </p:nvSpPr>
        <p:spPr>
          <a:xfrm>
            <a:off x="7681602" y="2783811"/>
            <a:ext cx="326276" cy="326276"/>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5" name="타원 5">
            <a:extLst>
              <a:ext uri="{FF2B5EF4-FFF2-40B4-BE49-F238E27FC236}">
                <a16:creationId xmlns:a16="http://schemas.microsoft.com/office/drawing/2014/main" id="{91160DD9-B0B9-459A-92D0-623AFB10DA32}"/>
              </a:ext>
            </a:extLst>
          </p:cNvPr>
          <p:cNvSpPr/>
          <p:nvPr/>
        </p:nvSpPr>
        <p:spPr>
          <a:xfrm>
            <a:off x="1148352" y="2783811"/>
            <a:ext cx="326276" cy="326276"/>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6" name="타원 45">
            <a:extLst>
              <a:ext uri="{FF2B5EF4-FFF2-40B4-BE49-F238E27FC236}">
                <a16:creationId xmlns:a16="http://schemas.microsoft.com/office/drawing/2014/main" id="{5DB17D58-00A4-4D20-96DB-328F6601F49B}"/>
              </a:ext>
            </a:extLst>
          </p:cNvPr>
          <p:cNvSpPr/>
          <p:nvPr/>
        </p:nvSpPr>
        <p:spPr>
          <a:xfrm>
            <a:off x="2781664" y="2783811"/>
            <a:ext cx="326276" cy="326276"/>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7" name="타원 52">
            <a:extLst>
              <a:ext uri="{FF2B5EF4-FFF2-40B4-BE49-F238E27FC236}">
                <a16:creationId xmlns:a16="http://schemas.microsoft.com/office/drawing/2014/main" id="{DFBF3723-3B32-4FD6-A634-56E78C259001}"/>
              </a:ext>
            </a:extLst>
          </p:cNvPr>
          <p:cNvSpPr/>
          <p:nvPr/>
        </p:nvSpPr>
        <p:spPr>
          <a:xfrm>
            <a:off x="4414977" y="2783811"/>
            <a:ext cx="326276" cy="326276"/>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8" name="타원 53">
            <a:extLst>
              <a:ext uri="{FF2B5EF4-FFF2-40B4-BE49-F238E27FC236}">
                <a16:creationId xmlns:a16="http://schemas.microsoft.com/office/drawing/2014/main" id="{DEF92645-BFB0-44A0-866D-3460C2A0B767}"/>
              </a:ext>
            </a:extLst>
          </p:cNvPr>
          <p:cNvSpPr/>
          <p:nvPr/>
        </p:nvSpPr>
        <p:spPr>
          <a:xfrm>
            <a:off x="6048289" y="2783811"/>
            <a:ext cx="326276" cy="326276"/>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9" name="Oval 8">
            <a:extLst>
              <a:ext uri="{FF2B5EF4-FFF2-40B4-BE49-F238E27FC236}">
                <a16:creationId xmlns:a16="http://schemas.microsoft.com/office/drawing/2014/main" id="{B8A4A4B9-A30A-4FF6-BA9E-A9717E537023}"/>
              </a:ext>
            </a:extLst>
          </p:cNvPr>
          <p:cNvSpPr/>
          <p:nvPr/>
        </p:nvSpPr>
        <p:spPr>
          <a:xfrm>
            <a:off x="2850302" y="2857797"/>
            <a:ext cx="189000" cy="189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p>
        </p:txBody>
      </p:sp>
      <p:sp>
        <p:nvSpPr>
          <p:cNvPr id="10" name="Oval 9">
            <a:extLst>
              <a:ext uri="{FF2B5EF4-FFF2-40B4-BE49-F238E27FC236}">
                <a16:creationId xmlns:a16="http://schemas.microsoft.com/office/drawing/2014/main" id="{53400938-A62B-4C3F-BA52-B4A16ED5257D}"/>
              </a:ext>
            </a:extLst>
          </p:cNvPr>
          <p:cNvSpPr/>
          <p:nvPr/>
        </p:nvSpPr>
        <p:spPr>
          <a:xfrm>
            <a:off x="4483614" y="2857797"/>
            <a:ext cx="189000" cy="189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p>
        </p:txBody>
      </p:sp>
      <p:sp>
        <p:nvSpPr>
          <p:cNvPr id="11" name="Oval 10">
            <a:extLst>
              <a:ext uri="{FF2B5EF4-FFF2-40B4-BE49-F238E27FC236}">
                <a16:creationId xmlns:a16="http://schemas.microsoft.com/office/drawing/2014/main" id="{7F659AEF-DD02-4B46-8C70-8DA9AED79F29}"/>
              </a:ext>
            </a:extLst>
          </p:cNvPr>
          <p:cNvSpPr/>
          <p:nvPr/>
        </p:nvSpPr>
        <p:spPr>
          <a:xfrm>
            <a:off x="6116927" y="2857797"/>
            <a:ext cx="189000" cy="189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p>
        </p:txBody>
      </p:sp>
      <p:sp>
        <p:nvSpPr>
          <p:cNvPr id="12" name="Oval 11">
            <a:extLst>
              <a:ext uri="{FF2B5EF4-FFF2-40B4-BE49-F238E27FC236}">
                <a16:creationId xmlns:a16="http://schemas.microsoft.com/office/drawing/2014/main" id="{A63DBA88-8C10-4476-995D-570A3A4761EA}"/>
              </a:ext>
            </a:extLst>
          </p:cNvPr>
          <p:cNvSpPr/>
          <p:nvPr/>
        </p:nvSpPr>
        <p:spPr>
          <a:xfrm>
            <a:off x="7750240" y="2857797"/>
            <a:ext cx="189000" cy="189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p>
        </p:txBody>
      </p:sp>
      <p:sp>
        <p:nvSpPr>
          <p:cNvPr id="13" name="Oval 12">
            <a:extLst>
              <a:ext uri="{FF2B5EF4-FFF2-40B4-BE49-F238E27FC236}">
                <a16:creationId xmlns:a16="http://schemas.microsoft.com/office/drawing/2014/main" id="{7B9E9284-22A3-45BE-922C-55DD8BD4445A}"/>
              </a:ext>
            </a:extLst>
          </p:cNvPr>
          <p:cNvSpPr/>
          <p:nvPr/>
        </p:nvSpPr>
        <p:spPr>
          <a:xfrm>
            <a:off x="1216989" y="2857797"/>
            <a:ext cx="189000" cy="189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dirty="0"/>
          </a:p>
        </p:txBody>
      </p:sp>
      <p:sp>
        <p:nvSpPr>
          <p:cNvPr id="14" name="Oval 17">
            <a:extLst>
              <a:ext uri="{FF2B5EF4-FFF2-40B4-BE49-F238E27FC236}">
                <a16:creationId xmlns:a16="http://schemas.microsoft.com/office/drawing/2014/main" id="{6232BBA4-B88C-4D72-A627-C4F5DFEBE9F0}"/>
              </a:ext>
            </a:extLst>
          </p:cNvPr>
          <p:cNvSpPr/>
          <p:nvPr/>
        </p:nvSpPr>
        <p:spPr>
          <a:xfrm>
            <a:off x="1000674" y="1573596"/>
            <a:ext cx="621630" cy="1124424"/>
          </a:xfrm>
          <a:custGeom>
            <a:avLst/>
            <a:gdLst/>
            <a:ahLst/>
            <a:cxnLst/>
            <a:rect l="l" t="t" r="r" b="b"/>
            <a:pathLst>
              <a:path w="676756" h="1224138">
                <a:moveTo>
                  <a:pt x="338378" y="0"/>
                </a:moveTo>
                <a:cubicBezTo>
                  <a:pt x="525259" y="0"/>
                  <a:pt x="676756" y="151497"/>
                  <a:pt x="676756" y="338378"/>
                </a:cubicBezTo>
                <a:cubicBezTo>
                  <a:pt x="676756" y="500901"/>
                  <a:pt x="562177" y="636663"/>
                  <a:pt x="409334" y="669024"/>
                </a:cubicBezTo>
                <a:lnTo>
                  <a:pt x="338378" y="1224138"/>
                </a:lnTo>
                <a:lnTo>
                  <a:pt x="267421" y="669024"/>
                </a:lnTo>
                <a:cubicBezTo>
                  <a:pt x="114579" y="636663"/>
                  <a:pt x="0" y="500901"/>
                  <a:pt x="0" y="338378"/>
                </a:cubicBezTo>
                <a:cubicBezTo>
                  <a:pt x="0" y="151497"/>
                  <a:pt x="151497" y="0"/>
                  <a:pt x="338378" y="0"/>
                </a:cubicBezTo>
                <a:close/>
              </a:path>
            </a:pathLst>
          </a:custGeom>
          <a:solidFill>
            <a:schemeClr val="accent6"/>
          </a:solidFill>
          <a:ln>
            <a:noFill/>
          </a:ln>
          <a:effectLst/>
        </p:spPr>
        <p:txBody>
          <a:bodyPr vert="horz" wrap="square" lIns="68580" tIns="34290" rIns="68580" bIns="34290" numCol="1" anchor="t" anchorCtr="0" compatLnSpc="1">
            <a:prstTxWarp prst="textNoShape">
              <a:avLst/>
            </a:prstTxWarp>
          </a:bodyPr>
          <a:lstStyle/>
          <a:p>
            <a:endParaRPr lang="ko-KR" altLang="en-US" sz="2025" dirty="0"/>
          </a:p>
        </p:txBody>
      </p:sp>
      <p:sp>
        <p:nvSpPr>
          <p:cNvPr id="16" name="Oval 17">
            <a:extLst>
              <a:ext uri="{FF2B5EF4-FFF2-40B4-BE49-F238E27FC236}">
                <a16:creationId xmlns:a16="http://schemas.microsoft.com/office/drawing/2014/main" id="{E6415765-ECAB-4B24-93D8-67C4B2D3E649}"/>
              </a:ext>
            </a:extLst>
          </p:cNvPr>
          <p:cNvSpPr/>
          <p:nvPr/>
        </p:nvSpPr>
        <p:spPr>
          <a:xfrm rot="10800000">
            <a:off x="2633987" y="3206286"/>
            <a:ext cx="621630" cy="1124424"/>
          </a:xfrm>
          <a:custGeom>
            <a:avLst/>
            <a:gdLst/>
            <a:ahLst/>
            <a:cxnLst/>
            <a:rect l="l" t="t" r="r" b="b"/>
            <a:pathLst>
              <a:path w="676756" h="1224138">
                <a:moveTo>
                  <a:pt x="338378" y="0"/>
                </a:moveTo>
                <a:cubicBezTo>
                  <a:pt x="525259" y="0"/>
                  <a:pt x="676756" y="151497"/>
                  <a:pt x="676756" y="338378"/>
                </a:cubicBezTo>
                <a:cubicBezTo>
                  <a:pt x="676756" y="500901"/>
                  <a:pt x="562177" y="636663"/>
                  <a:pt x="409334" y="669024"/>
                </a:cubicBezTo>
                <a:lnTo>
                  <a:pt x="338378" y="1224138"/>
                </a:lnTo>
                <a:lnTo>
                  <a:pt x="267421" y="669024"/>
                </a:lnTo>
                <a:cubicBezTo>
                  <a:pt x="114579" y="636663"/>
                  <a:pt x="0" y="500901"/>
                  <a:pt x="0" y="338378"/>
                </a:cubicBezTo>
                <a:cubicBezTo>
                  <a:pt x="0" y="151497"/>
                  <a:pt x="151497" y="0"/>
                  <a:pt x="338378" y="0"/>
                </a:cubicBezTo>
                <a:close/>
              </a:path>
            </a:pathLst>
          </a:custGeom>
          <a:solidFill>
            <a:schemeClr val="accent1"/>
          </a:solidFill>
          <a:ln>
            <a:noFill/>
          </a:ln>
          <a:effectLst/>
        </p:spPr>
        <p:txBody>
          <a:bodyPr vert="horz" wrap="square" lIns="68580" tIns="34290" rIns="68580" bIns="34290" numCol="1" anchor="t" anchorCtr="0" compatLnSpc="1">
            <a:prstTxWarp prst="textNoShape">
              <a:avLst/>
            </a:prstTxWarp>
          </a:bodyPr>
          <a:lstStyle/>
          <a:p>
            <a:endParaRPr lang="ko-KR" altLang="en-US" sz="2025" dirty="0"/>
          </a:p>
        </p:txBody>
      </p:sp>
      <p:sp>
        <p:nvSpPr>
          <p:cNvPr id="21" name="Oval 17">
            <a:extLst>
              <a:ext uri="{FF2B5EF4-FFF2-40B4-BE49-F238E27FC236}">
                <a16:creationId xmlns:a16="http://schemas.microsoft.com/office/drawing/2014/main" id="{9AD60D5E-4ED6-40C6-A7ED-3C70F9C8F44C}"/>
              </a:ext>
            </a:extLst>
          </p:cNvPr>
          <p:cNvSpPr/>
          <p:nvPr/>
        </p:nvSpPr>
        <p:spPr>
          <a:xfrm>
            <a:off x="4267299" y="1573596"/>
            <a:ext cx="621630" cy="1124424"/>
          </a:xfrm>
          <a:custGeom>
            <a:avLst/>
            <a:gdLst/>
            <a:ahLst/>
            <a:cxnLst/>
            <a:rect l="l" t="t" r="r" b="b"/>
            <a:pathLst>
              <a:path w="676756" h="1224138">
                <a:moveTo>
                  <a:pt x="338378" y="0"/>
                </a:moveTo>
                <a:cubicBezTo>
                  <a:pt x="525259" y="0"/>
                  <a:pt x="676756" y="151497"/>
                  <a:pt x="676756" y="338378"/>
                </a:cubicBezTo>
                <a:cubicBezTo>
                  <a:pt x="676756" y="500901"/>
                  <a:pt x="562177" y="636663"/>
                  <a:pt x="409334" y="669024"/>
                </a:cubicBezTo>
                <a:lnTo>
                  <a:pt x="338378" y="1224138"/>
                </a:lnTo>
                <a:lnTo>
                  <a:pt x="267421" y="669024"/>
                </a:lnTo>
                <a:cubicBezTo>
                  <a:pt x="114579" y="636663"/>
                  <a:pt x="0" y="500901"/>
                  <a:pt x="0" y="338378"/>
                </a:cubicBezTo>
                <a:cubicBezTo>
                  <a:pt x="0" y="151497"/>
                  <a:pt x="151497" y="0"/>
                  <a:pt x="338378" y="0"/>
                </a:cubicBezTo>
                <a:close/>
              </a:path>
            </a:pathLst>
          </a:custGeom>
          <a:solidFill>
            <a:schemeClr val="accent2"/>
          </a:solidFill>
          <a:ln>
            <a:noFill/>
          </a:ln>
          <a:effectLst/>
        </p:spPr>
        <p:txBody>
          <a:bodyPr vert="horz" wrap="square" lIns="68580" tIns="34290" rIns="68580" bIns="34290" numCol="1" anchor="t" anchorCtr="0" compatLnSpc="1">
            <a:prstTxWarp prst="textNoShape">
              <a:avLst/>
            </a:prstTxWarp>
          </a:bodyPr>
          <a:lstStyle/>
          <a:p>
            <a:endParaRPr lang="ko-KR" altLang="en-US" sz="2025" dirty="0"/>
          </a:p>
        </p:txBody>
      </p:sp>
      <p:sp>
        <p:nvSpPr>
          <p:cNvPr id="26" name="Oval 17">
            <a:extLst>
              <a:ext uri="{FF2B5EF4-FFF2-40B4-BE49-F238E27FC236}">
                <a16:creationId xmlns:a16="http://schemas.microsoft.com/office/drawing/2014/main" id="{FEE6AE4E-DE88-463C-B5C8-6AE94EF252EC}"/>
              </a:ext>
            </a:extLst>
          </p:cNvPr>
          <p:cNvSpPr/>
          <p:nvPr/>
        </p:nvSpPr>
        <p:spPr>
          <a:xfrm>
            <a:off x="7534436" y="1573596"/>
            <a:ext cx="621630" cy="1124424"/>
          </a:xfrm>
          <a:custGeom>
            <a:avLst/>
            <a:gdLst/>
            <a:ahLst/>
            <a:cxnLst/>
            <a:rect l="l" t="t" r="r" b="b"/>
            <a:pathLst>
              <a:path w="676756" h="1224138">
                <a:moveTo>
                  <a:pt x="338378" y="0"/>
                </a:moveTo>
                <a:cubicBezTo>
                  <a:pt x="525259" y="0"/>
                  <a:pt x="676756" y="151497"/>
                  <a:pt x="676756" y="338378"/>
                </a:cubicBezTo>
                <a:cubicBezTo>
                  <a:pt x="676756" y="500901"/>
                  <a:pt x="562177" y="636663"/>
                  <a:pt x="409334" y="669024"/>
                </a:cubicBezTo>
                <a:lnTo>
                  <a:pt x="338378" y="1224138"/>
                </a:lnTo>
                <a:lnTo>
                  <a:pt x="267421" y="669024"/>
                </a:lnTo>
                <a:cubicBezTo>
                  <a:pt x="114579" y="636663"/>
                  <a:pt x="0" y="500901"/>
                  <a:pt x="0" y="338378"/>
                </a:cubicBezTo>
                <a:cubicBezTo>
                  <a:pt x="0" y="151497"/>
                  <a:pt x="151497" y="0"/>
                  <a:pt x="338378" y="0"/>
                </a:cubicBezTo>
                <a:close/>
              </a:path>
            </a:pathLst>
          </a:custGeom>
          <a:solidFill>
            <a:schemeClr val="accent4"/>
          </a:solidFill>
          <a:ln>
            <a:noFill/>
          </a:ln>
          <a:effectLst/>
        </p:spPr>
        <p:txBody>
          <a:bodyPr vert="horz" wrap="square" lIns="68580" tIns="34290" rIns="68580" bIns="34290" numCol="1" anchor="t" anchorCtr="0" compatLnSpc="1">
            <a:prstTxWarp prst="textNoShape">
              <a:avLst/>
            </a:prstTxWarp>
          </a:bodyPr>
          <a:lstStyle/>
          <a:p>
            <a:endParaRPr lang="ko-KR" altLang="en-US" sz="2025" dirty="0"/>
          </a:p>
        </p:txBody>
      </p:sp>
      <p:sp>
        <p:nvSpPr>
          <p:cNvPr id="34" name="Oval 17">
            <a:extLst>
              <a:ext uri="{FF2B5EF4-FFF2-40B4-BE49-F238E27FC236}">
                <a16:creationId xmlns:a16="http://schemas.microsoft.com/office/drawing/2014/main" id="{5E3769F5-1078-4A3D-8E11-F6C45C9523FD}"/>
              </a:ext>
            </a:extLst>
          </p:cNvPr>
          <p:cNvSpPr/>
          <p:nvPr/>
        </p:nvSpPr>
        <p:spPr>
          <a:xfrm rot="10800000">
            <a:off x="5900612" y="3206286"/>
            <a:ext cx="621630" cy="1124424"/>
          </a:xfrm>
          <a:custGeom>
            <a:avLst/>
            <a:gdLst/>
            <a:ahLst/>
            <a:cxnLst/>
            <a:rect l="l" t="t" r="r" b="b"/>
            <a:pathLst>
              <a:path w="676756" h="1224138">
                <a:moveTo>
                  <a:pt x="338378" y="0"/>
                </a:moveTo>
                <a:cubicBezTo>
                  <a:pt x="525259" y="0"/>
                  <a:pt x="676756" y="151497"/>
                  <a:pt x="676756" y="338378"/>
                </a:cubicBezTo>
                <a:cubicBezTo>
                  <a:pt x="676756" y="500901"/>
                  <a:pt x="562177" y="636663"/>
                  <a:pt x="409334" y="669024"/>
                </a:cubicBezTo>
                <a:lnTo>
                  <a:pt x="338378" y="1224138"/>
                </a:lnTo>
                <a:lnTo>
                  <a:pt x="267421" y="669024"/>
                </a:lnTo>
                <a:cubicBezTo>
                  <a:pt x="114579" y="636663"/>
                  <a:pt x="0" y="500901"/>
                  <a:pt x="0" y="338378"/>
                </a:cubicBezTo>
                <a:cubicBezTo>
                  <a:pt x="0" y="151497"/>
                  <a:pt x="151497" y="0"/>
                  <a:pt x="338378" y="0"/>
                </a:cubicBezTo>
                <a:close/>
              </a:path>
            </a:pathLst>
          </a:custGeom>
          <a:solidFill>
            <a:schemeClr val="accent3"/>
          </a:solidFill>
          <a:ln>
            <a:noFill/>
          </a:ln>
          <a:effectLst/>
        </p:spPr>
        <p:txBody>
          <a:bodyPr vert="horz" wrap="square" lIns="68580" tIns="34290" rIns="68580" bIns="34290" numCol="1" anchor="t" anchorCtr="0" compatLnSpc="1">
            <a:prstTxWarp prst="textNoShape">
              <a:avLst/>
            </a:prstTxWarp>
          </a:bodyPr>
          <a:lstStyle/>
          <a:p>
            <a:endParaRPr lang="ko-KR" altLang="en-US" sz="2025" dirty="0"/>
          </a:p>
        </p:txBody>
      </p:sp>
      <p:sp>
        <p:nvSpPr>
          <p:cNvPr id="38" name="TextBox 37">
            <a:extLst>
              <a:ext uri="{FF2B5EF4-FFF2-40B4-BE49-F238E27FC236}">
                <a16:creationId xmlns:a16="http://schemas.microsoft.com/office/drawing/2014/main" id="{91EB15A5-C5A0-44C1-BAF0-F1C310937C8A}"/>
              </a:ext>
            </a:extLst>
          </p:cNvPr>
          <p:cNvSpPr txBox="1"/>
          <p:nvPr/>
        </p:nvSpPr>
        <p:spPr>
          <a:xfrm>
            <a:off x="5272896" y="1492868"/>
            <a:ext cx="1830957" cy="1061829"/>
          </a:xfrm>
          <a:prstGeom prst="rect">
            <a:avLst/>
          </a:prstGeom>
          <a:noFill/>
        </p:spPr>
        <p:txBody>
          <a:bodyPr wrap="square" rtlCol="0">
            <a:spAutoFit/>
          </a:bodyPr>
          <a:lstStyle/>
          <a:p>
            <a:pPr algn="ctr"/>
            <a:r>
              <a:rPr lang="en-IN" altLang="ko-KR" sz="1050" b="1" dirty="0">
                <a:solidFill>
                  <a:schemeClr val="tx1"/>
                </a:solidFill>
                <a:cs typeface="Arial" pitchFamily="34" charset="0"/>
              </a:rPr>
              <a:t>When clicked on Accommodation, it navigates to a new page where it displays list of hotels with “Book Now” functionality.</a:t>
            </a:r>
            <a:endParaRPr lang="ko-KR" altLang="en-US" sz="1050" b="1" dirty="0">
              <a:solidFill>
                <a:schemeClr val="tx1"/>
              </a:solidFill>
              <a:cs typeface="Arial" pitchFamily="34" charset="0"/>
            </a:endParaRPr>
          </a:p>
        </p:txBody>
      </p:sp>
      <p:sp>
        <p:nvSpPr>
          <p:cNvPr id="39" name="TextBox 38">
            <a:extLst>
              <a:ext uri="{FF2B5EF4-FFF2-40B4-BE49-F238E27FC236}">
                <a16:creationId xmlns:a16="http://schemas.microsoft.com/office/drawing/2014/main" id="{CD372C10-0D15-37B5-AA6E-B25E7911578A}"/>
              </a:ext>
            </a:extLst>
          </p:cNvPr>
          <p:cNvSpPr txBox="1"/>
          <p:nvPr/>
        </p:nvSpPr>
        <p:spPr>
          <a:xfrm>
            <a:off x="6913800" y="3319635"/>
            <a:ext cx="1913529" cy="900246"/>
          </a:xfrm>
          <a:prstGeom prst="rect">
            <a:avLst/>
          </a:prstGeom>
          <a:noFill/>
        </p:spPr>
        <p:txBody>
          <a:bodyPr wrap="square" rtlCol="0">
            <a:spAutoFit/>
          </a:bodyPr>
          <a:lstStyle/>
          <a:p>
            <a:pPr algn="ctr"/>
            <a:r>
              <a:rPr lang="en-IN" altLang="ko-KR" sz="1050" b="1" dirty="0">
                <a:solidFill>
                  <a:schemeClr val="tx1"/>
                </a:solidFill>
                <a:cs typeface="Arial" pitchFamily="34" charset="0"/>
              </a:rPr>
              <a:t>On clicking the “Sign in ” button in accommodations, a sign in box will appear where we can Login using email and password. </a:t>
            </a:r>
            <a:endParaRPr lang="ko-KR" altLang="en-US" sz="1050" b="1" dirty="0">
              <a:solidFill>
                <a:schemeClr val="tx1"/>
              </a:solidFill>
              <a:cs typeface="Arial" pitchFamily="34" charset="0"/>
            </a:endParaRPr>
          </a:p>
        </p:txBody>
      </p:sp>
      <p:sp>
        <p:nvSpPr>
          <p:cNvPr id="41" name="TextBox 40">
            <a:extLst>
              <a:ext uri="{FF2B5EF4-FFF2-40B4-BE49-F238E27FC236}">
                <a16:creationId xmlns:a16="http://schemas.microsoft.com/office/drawing/2014/main" id="{7DC9077D-B769-631A-87F4-56CA5ED7DD0F}"/>
              </a:ext>
            </a:extLst>
          </p:cNvPr>
          <p:cNvSpPr txBox="1"/>
          <p:nvPr/>
        </p:nvSpPr>
        <p:spPr>
          <a:xfrm>
            <a:off x="2052887" y="1331285"/>
            <a:ext cx="1830957" cy="1223412"/>
          </a:xfrm>
          <a:prstGeom prst="rect">
            <a:avLst/>
          </a:prstGeom>
          <a:noFill/>
        </p:spPr>
        <p:txBody>
          <a:bodyPr wrap="square" rtlCol="0">
            <a:spAutoFit/>
          </a:bodyPr>
          <a:lstStyle/>
          <a:p>
            <a:pPr algn="ctr"/>
            <a:r>
              <a:rPr lang="en-US" sz="1050" b="1" dirty="0">
                <a:solidFill>
                  <a:schemeClr val="tx1"/>
                </a:solidFill>
              </a:rPr>
              <a:t>There is a navigation bar at the top of the webpage that displays a menu. When clicked, the menu items navigate to their respective sections within the website.</a:t>
            </a:r>
            <a:endParaRPr lang="ko-KR" altLang="en-US" sz="1050" b="1" dirty="0">
              <a:solidFill>
                <a:schemeClr val="tx1"/>
              </a:solidFill>
              <a:cs typeface="Arial" pitchFamily="34" charset="0"/>
            </a:endParaRPr>
          </a:p>
        </p:txBody>
      </p:sp>
      <p:sp>
        <p:nvSpPr>
          <p:cNvPr id="42" name="TextBox 41">
            <a:extLst>
              <a:ext uri="{FF2B5EF4-FFF2-40B4-BE49-F238E27FC236}">
                <a16:creationId xmlns:a16="http://schemas.microsoft.com/office/drawing/2014/main" id="{A5A88BDB-1F0A-0306-3EB2-B47699EA2546}"/>
              </a:ext>
            </a:extLst>
          </p:cNvPr>
          <p:cNvSpPr txBox="1"/>
          <p:nvPr/>
        </p:nvSpPr>
        <p:spPr>
          <a:xfrm>
            <a:off x="396010" y="3242123"/>
            <a:ext cx="1830957" cy="1061829"/>
          </a:xfrm>
          <a:prstGeom prst="rect">
            <a:avLst/>
          </a:prstGeom>
          <a:noFill/>
        </p:spPr>
        <p:txBody>
          <a:bodyPr wrap="square" rtlCol="0">
            <a:spAutoFit/>
          </a:bodyPr>
          <a:lstStyle/>
          <a:p>
            <a:pPr algn="ctr"/>
            <a:r>
              <a:rPr lang="en-US" sz="1050" b="1" dirty="0">
                <a:solidFill>
                  <a:schemeClr val="tx1"/>
                </a:solidFill>
              </a:rPr>
              <a:t>Upon opening the website, we used JavaScript to create a back-and-forth movement of the main background image.</a:t>
            </a:r>
            <a:endParaRPr lang="ko-KR" altLang="en-US" sz="1050" b="1" dirty="0">
              <a:solidFill>
                <a:schemeClr val="tx1"/>
              </a:solidFill>
              <a:cs typeface="Arial" pitchFamily="34" charset="0"/>
            </a:endParaRPr>
          </a:p>
        </p:txBody>
      </p:sp>
      <p:sp>
        <p:nvSpPr>
          <p:cNvPr id="43" name="TextBox 42">
            <a:extLst>
              <a:ext uri="{FF2B5EF4-FFF2-40B4-BE49-F238E27FC236}">
                <a16:creationId xmlns:a16="http://schemas.microsoft.com/office/drawing/2014/main" id="{8BB92AA5-0736-D54A-B4C4-E84B1A5DBB7F}"/>
              </a:ext>
            </a:extLst>
          </p:cNvPr>
          <p:cNvSpPr txBox="1"/>
          <p:nvPr/>
        </p:nvSpPr>
        <p:spPr>
          <a:xfrm>
            <a:off x="3678096" y="3295677"/>
            <a:ext cx="1830957" cy="1061829"/>
          </a:xfrm>
          <a:prstGeom prst="rect">
            <a:avLst/>
          </a:prstGeom>
          <a:noFill/>
        </p:spPr>
        <p:txBody>
          <a:bodyPr wrap="square" rtlCol="0">
            <a:spAutoFit/>
          </a:bodyPr>
          <a:lstStyle/>
          <a:p>
            <a:pPr algn="ctr"/>
            <a:r>
              <a:rPr lang="en-US" altLang="ko-KR" sz="1050" b="1" dirty="0">
                <a:solidFill>
                  <a:schemeClr val="tx1"/>
                </a:solidFill>
                <a:cs typeface="Arial" pitchFamily="34" charset="0"/>
              </a:rPr>
              <a:t>There is a “Read More” button designed at center which when clicked navigates to a new page which contains extra info on Switzerland.</a:t>
            </a:r>
            <a:endParaRPr lang="ko-KR" altLang="en-US" sz="1050" b="1" dirty="0">
              <a:solidFill>
                <a:schemeClr val="tx1"/>
              </a:solidFill>
              <a:cs typeface="Arial" pitchFamily="34" charset="0"/>
            </a:endParaRPr>
          </a:p>
        </p:txBody>
      </p:sp>
    </p:spTree>
    <p:extLst>
      <p:ext uri="{BB962C8B-B14F-4D97-AF65-F5344CB8AC3E}">
        <p14:creationId xmlns:p14="http://schemas.microsoft.com/office/powerpoint/2010/main" val="2720491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31627D-8A57-C738-C898-1EAFABC2FD98}"/>
              </a:ext>
            </a:extLst>
          </p:cNvPr>
          <p:cNvSpPr txBox="1"/>
          <p:nvPr/>
        </p:nvSpPr>
        <p:spPr>
          <a:xfrm>
            <a:off x="395822" y="160856"/>
            <a:ext cx="3267640" cy="523220"/>
          </a:xfrm>
          <a:prstGeom prst="rect">
            <a:avLst/>
          </a:prstGeom>
          <a:noFill/>
        </p:spPr>
        <p:txBody>
          <a:bodyPr wrap="square" rtlCol="0">
            <a:spAutoFit/>
          </a:bodyPr>
          <a:lstStyle/>
          <a:p>
            <a:r>
              <a:rPr lang="en-US" sz="2800" dirty="0">
                <a:latin typeface="Algerian" panose="04020705040A02060702" pitchFamily="82" charset="0"/>
              </a:rPr>
              <a:t>Main Webpage  </a:t>
            </a:r>
            <a:endParaRPr lang="en-IN" sz="2800" dirty="0">
              <a:latin typeface="Algerian" panose="04020705040A02060702" pitchFamily="82" charset="0"/>
            </a:endParaRPr>
          </a:p>
        </p:txBody>
      </p:sp>
      <p:pic>
        <p:nvPicPr>
          <p:cNvPr id="4" name="Picture 3">
            <a:extLst>
              <a:ext uri="{FF2B5EF4-FFF2-40B4-BE49-F238E27FC236}">
                <a16:creationId xmlns:a16="http://schemas.microsoft.com/office/drawing/2014/main" id="{B0AC5664-FDE6-B911-9150-FE2166A92013}"/>
              </a:ext>
            </a:extLst>
          </p:cNvPr>
          <p:cNvPicPr>
            <a:picLocks noChangeAspect="1"/>
          </p:cNvPicPr>
          <p:nvPr/>
        </p:nvPicPr>
        <p:blipFill>
          <a:blip r:embed="rId3"/>
          <a:stretch>
            <a:fillRect/>
          </a:stretch>
        </p:blipFill>
        <p:spPr>
          <a:xfrm>
            <a:off x="128954" y="801306"/>
            <a:ext cx="6394940" cy="4040324"/>
          </a:xfrm>
          <a:prstGeom prst="rect">
            <a:avLst/>
          </a:prstGeom>
        </p:spPr>
      </p:pic>
      <p:sp>
        <p:nvSpPr>
          <p:cNvPr id="5" name="TextBox 4">
            <a:extLst>
              <a:ext uri="{FF2B5EF4-FFF2-40B4-BE49-F238E27FC236}">
                <a16:creationId xmlns:a16="http://schemas.microsoft.com/office/drawing/2014/main" id="{9E8779C9-B405-7EDD-7C14-E372731FF575}"/>
              </a:ext>
            </a:extLst>
          </p:cNvPr>
          <p:cNvSpPr txBox="1"/>
          <p:nvPr/>
        </p:nvSpPr>
        <p:spPr>
          <a:xfrm>
            <a:off x="6834303" y="1123691"/>
            <a:ext cx="2368062" cy="1384995"/>
          </a:xfrm>
          <a:prstGeom prst="rect">
            <a:avLst/>
          </a:prstGeom>
          <a:noFill/>
        </p:spPr>
        <p:txBody>
          <a:bodyPr wrap="square" rtlCol="0">
            <a:spAutoFit/>
          </a:bodyPr>
          <a:lstStyle/>
          <a:p>
            <a:r>
              <a:rPr lang="en-US" dirty="0">
                <a:latin typeface="STXinwei" panose="02010800040101010101" pitchFamily="2" charset="-122"/>
                <a:ea typeface="STXinwei" panose="02010800040101010101" pitchFamily="2" charset="-122"/>
              </a:rPr>
              <a:t>This is the main index page where you can access all other navigation through buttons, such as Read more about Switzerland, and the menu.</a:t>
            </a:r>
            <a:endParaRPr lang="en-IN" dirty="0">
              <a:latin typeface="STXinwei" panose="02010800040101010101" pitchFamily="2" charset="-122"/>
              <a:ea typeface="STXinwei" panose="02010800040101010101" pitchFamily="2" charset="-122"/>
            </a:endParaRPr>
          </a:p>
        </p:txBody>
      </p:sp>
      <p:sp>
        <p:nvSpPr>
          <p:cNvPr id="6" name="Star: 5 Points 5">
            <a:extLst>
              <a:ext uri="{FF2B5EF4-FFF2-40B4-BE49-F238E27FC236}">
                <a16:creationId xmlns:a16="http://schemas.microsoft.com/office/drawing/2014/main" id="{3E371444-6556-80ED-A6D6-7676E377536D}"/>
              </a:ext>
            </a:extLst>
          </p:cNvPr>
          <p:cNvSpPr/>
          <p:nvPr/>
        </p:nvSpPr>
        <p:spPr>
          <a:xfrm>
            <a:off x="6722686" y="1206196"/>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35157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7"/>
        <p:cNvGrpSpPr/>
        <p:nvPr/>
      </p:nvGrpSpPr>
      <p:grpSpPr>
        <a:xfrm>
          <a:off x="0" y="0"/>
          <a:ext cx="0" cy="0"/>
          <a:chOff x="0" y="0"/>
          <a:chExt cx="0" cy="0"/>
        </a:xfrm>
      </p:grpSpPr>
      <p:sp>
        <p:nvSpPr>
          <p:cNvPr id="28" name="Rectangle 3">
            <a:extLst>
              <a:ext uri="{FF2B5EF4-FFF2-40B4-BE49-F238E27FC236}">
                <a16:creationId xmlns:a16="http://schemas.microsoft.com/office/drawing/2014/main" id="{84590098-06DA-FBEF-904C-54ECC23BB2D7}"/>
              </a:ext>
            </a:extLst>
          </p:cNvPr>
          <p:cNvSpPr>
            <a:spLocks noChangeArrowheads="1"/>
          </p:cNvSpPr>
          <p:nvPr/>
        </p:nvSpPr>
        <p:spPr bwMode="auto">
          <a:xfrm>
            <a:off x="3039915" y="-393465"/>
            <a:ext cx="87013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4">
            <a:extLst>
              <a:ext uri="{FF2B5EF4-FFF2-40B4-BE49-F238E27FC236}">
                <a16:creationId xmlns:a16="http://schemas.microsoft.com/office/drawing/2014/main" id="{CA99FB3E-0137-7585-4E74-5F4D6C52A96C}"/>
              </a:ext>
            </a:extLst>
          </p:cNvPr>
          <p:cNvSpPr>
            <a:spLocks noChangeArrowheads="1"/>
          </p:cNvSpPr>
          <p:nvPr/>
        </p:nvSpPr>
        <p:spPr bwMode="auto">
          <a:xfrm>
            <a:off x="3638549" y="760170"/>
            <a:ext cx="708819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5">
            <a:extLst>
              <a:ext uri="{FF2B5EF4-FFF2-40B4-BE49-F238E27FC236}">
                <a16:creationId xmlns:a16="http://schemas.microsoft.com/office/drawing/2014/main" id="{595315DB-5C82-F699-CCC4-54FAB2B56EA4}"/>
              </a:ext>
            </a:extLst>
          </p:cNvPr>
          <p:cNvSpPr>
            <a:spLocks noChangeArrowheads="1"/>
          </p:cNvSpPr>
          <p:nvPr/>
        </p:nvSpPr>
        <p:spPr bwMode="auto">
          <a:xfrm>
            <a:off x="3638551" y="960168"/>
            <a:ext cx="1023199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6">
            <a:extLst>
              <a:ext uri="{FF2B5EF4-FFF2-40B4-BE49-F238E27FC236}">
                <a16:creationId xmlns:a16="http://schemas.microsoft.com/office/drawing/2014/main" id="{5123E915-6CB7-399E-8A3C-5A2AD4A9525E}"/>
              </a:ext>
            </a:extLst>
          </p:cNvPr>
          <p:cNvSpPr>
            <a:spLocks noChangeArrowheads="1"/>
          </p:cNvSpPr>
          <p:nvPr/>
        </p:nvSpPr>
        <p:spPr bwMode="auto">
          <a:xfrm>
            <a:off x="2374900" y="2271443"/>
            <a:ext cx="35628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7">
            <a:extLst>
              <a:ext uri="{FF2B5EF4-FFF2-40B4-BE49-F238E27FC236}">
                <a16:creationId xmlns:a16="http://schemas.microsoft.com/office/drawing/2014/main" id="{8F47E5B8-98E0-7679-C740-5BE9E850CAB5}"/>
              </a:ext>
            </a:extLst>
          </p:cNvPr>
          <p:cNvSpPr>
            <a:spLocks noChangeArrowheads="1"/>
          </p:cNvSpPr>
          <p:nvPr/>
        </p:nvSpPr>
        <p:spPr bwMode="auto">
          <a:xfrm>
            <a:off x="4800601" y="2254223"/>
            <a:ext cx="105328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8" name="Rectangle 8">
            <a:extLst>
              <a:ext uri="{FF2B5EF4-FFF2-40B4-BE49-F238E27FC236}">
                <a16:creationId xmlns:a16="http://schemas.microsoft.com/office/drawing/2014/main" id="{15C629BA-9481-3106-DFDB-E7D16C26F10C}"/>
              </a:ext>
            </a:extLst>
          </p:cNvPr>
          <p:cNvSpPr>
            <a:spLocks noChangeArrowheads="1"/>
          </p:cNvSpPr>
          <p:nvPr/>
        </p:nvSpPr>
        <p:spPr bwMode="auto">
          <a:xfrm>
            <a:off x="7037595" y="2271443"/>
            <a:ext cx="102947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F0F8FD93-820C-8896-5750-1546FA274D94}"/>
              </a:ext>
            </a:extLst>
          </p:cNvPr>
          <p:cNvPicPr>
            <a:picLocks noChangeAspect="1"/>
          </p:cNvPicPr>
          <p:nvPr/>
        </p:nvPicPr>
        <p:blipFill>
          <a:blip r:embed="rId3"/>
          <a:stretch>
            <a:fillRect/>
          </a:stretch>
        </p:blipFill>
        <p:spPr>
          <a:xfrm>
            <a:off x="2871461" y="866503"/>
            <a:ext cx="6132655" cy="4068101"/>
          </a:xfrm>
          <a:prstGeom prst="rect">
            <a:avLst/>
          </a:prstGeom>
        </p:spPr>
      </p:pic>
      <p:sp>
        <p:nvSpPr>
          <p:cNvPr id="3" name="TextBox 2">
            <a:extLst>
              <a:ext uri="{FF2B5EF4-FFF2-40B4-BE49-F238E27FC236}">
                <a16:creationId xmlns:a16="http://schemas.microsoft.com/office/drawing/2014/main" id="{8EE2983C-9B03-9076-275B-B5AC82979F8B}"/>
              </a:ext>
            </a:extLst>
          </p:cNvPr>
          <p:cNvSpPr txBox="1"/>
          <p:nvPr/>
        </p:nvSpPr>
        <p:spPr>
          <a:xfrm>
            <a:off x="233269" y="1083335"/>
            <a:ext cx="2680740" cy="3323987"/>
          </a:xfrm>
          <a:prstGeom prst="rect">
            <a:avLst/>
          </a:prstGeom>
          <a:noFill/>
        </p:spPr>
        <p:txBody>
          <a:bodyPr wrap="square" rtlCol="0">
            <a:spAutoFit/>
          </a:bodyPr>
          <a:lstStyle/>
          <a:p>
            <a:r>
              <a:rPr lang="en-US" dirty="0">
                <a:latin typeface="STXinwei" panose="02010800040101010101" pitchFamily="2" charset="-122"/>
                <a:ea typeface="STXinwei" panose="02010800040101010101" pitchFamily="2" charset="-122"/>
              </a:rPr>
              <a:t>In tourism, the main attraction for every traveler is the destination, where they can enjoy and experience a heavenly escape from their busy lives by connecting with nature. Whether it's beaches, forests, or road trips.</a:t>
            </a:r>
          </a:p>
          <a:p>
            <a:endParaRPr lang="en-US" dirty="0">
              <a:latin typeface="STXinwei" panose="02010800040101010101" pitchFamily="2" charset="-122"/>
              <a:ea typeface="STXinwei" panose="02010800040101010101" pitchFamily="2" charset="-122"/>
            </a:endParaRPr>
          </a:p>
          <a:p>
            <a:r>
              <a:rPr lang="en-US" dirty="0">
                <a:latin typeface="STXinwei" panose="02010800040101010101" pitchFamily="2" charset="-122"/>
                <a:ea typeface="STXinwei" panose="02010800040101010101" pitchFamily="2" charset="-122"/>
              </a:rPr>
              <a:t>These experiences offer the best travel moments and allow travelers to explore distant places, enhancing their enjoyment and understanding of the world.</a:t>
            </a:r>
            <a:endParaRPr lang="en-IN" dirty="0">
              <a:latin typeface="STXinwei" panose="02010800040101010101" pitchFamily="2" charset="-122"/>
              <a:ea typeface="STXinwei" panose="02010800040101010101" pitchFamily="2" charset="-122"/>
            </a:endParaRPr>
          </a:p>
        </p:txBody>
      </p:sp>
      <p:sp>
        <p:nvSpPr>
          <p:cNvPr id="4" name="TextBox 3">
            <a:extLst>
              <a:ext uri="{FF2B5EF4-FFF2-40B4-BE49-F238E27FC236}">
                <a16:creationId xmlns:a16="http://schemas.microsoft.com/office/drawing/2014/main" id="{086308BD-5E4D-CCD8-6042-48D83F6C6D8D}"/>
              </a:ext>
            </a:extLst>
          </p:cNvPr>
          <p:cNvSpPr txBox="1"/>
          <p:nvPr/>
        </p:nvSpPr>
        <p:spPr>
          <a:xfrm>
            <a:off x="2742508" y="112446"/>
            <a:ext cx="5141262" cy="523220"/>
          </a:xfrm>
          <a:prstGeom prst="rect">
            <a:avLst/>
          </a:prstGeom>
          <a:noFill/>
        </p:spPr>
        <p:txBody>
          <a:bodyPr wrap="square" rtlCol="0">
            <a:spAutoFit/>
          </a:bodyPr>
          <a:lstStyle/>
          <a:p>
            <a:r>
              <a:rPr lang="en-US" sz="2800" dirty="0">
                <a:latin typeface="Algerian" panose="04020705040A02060702" pitchFamily="82" charset="0"/>
              </a:rPr>
              <a:t>Different Kind of places</a:t>
            </a:r>
            <a:endParaRPr lang="en-IN" sz="2800" dirty="0">
              <a:latin typeface="Algerian" panose="04020705040A02060702" pitchFamily="82" charset="0"/>
            </a:endParaRPr>
          </a:p>
        </p:txBody>
      </p:sp>
      <p:sp>
        <p:nvSpPr>
          <p:cNvPr id="5" name="Star: 5 Points 4">
            <a:extLst>
              <a:ext uri="{FF2B5EF4-FFF2-40B4-BE49-F238E27FC236}">
                <a16:creationId xmlns:a16="http://schemas.microsoft.com/office/drawing/2014/main" id="{877C0269-1C7A-C7AF-92C0-CF4C64F7DE73}"/>
              </a:ext>
            </a:extLst>
          </p:cNvPr>
          <p:cNvSpPr/>
          <p:nvPr/>
        </p:nvSpPr>
        <p:spPr>
          <a:xfrm>
            <a:off x="84075" y="1170684"/>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Star: 5 Points 5">
            <a:extLst>
              <a:ext uri="{FF2B5EF4-FFF2-40B4-BE49-F238E27FC236}">
                <a16:creationId xmlns:a16="http://schemas.microsoft.com/office/drawing/2014/main" id="{BB70882B-575D-7609-1639-CBBB313D4E8F}"/>
              </a:ext>
            </a:extLst>
          </p:cNvPr>
          <p:cNvSpPr/>
          <p:nvPr/>
        </p:nvSpPr>
        <p:spPr>
          <a:xfrm>
            <a:off x="84075" y="3081888"/>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4" name="Picture 3">
            <a:extLst>
              <a:ext uri="{FF2B5EF4-FFF2-40B4-BE49-F238E27FC236}">
                <a16:creationId xmlns:a16="http://schemas.microsoft.com/office/drawing/2014/main" id="{C69CE9D6-2CDD-BCF7-8A76-AFC40055D929}"/>
              </a:ext>
            </a:extLst>
          </p:cNvPr>
          <p:cNvPicPr>
            <a:picLocks noChangeAspect="1"/>
          </p:cNvPicPr>
          <p:nvPr/>
        </p:nvPicPr>
        <p:blipFill>
          <a:blip r:embed="rId3"/>
          <a:stretch>
            <a:fillRect/>
          </a:stretch>
        </p:blipFill>
        <p:spPr>
          <a:xfrm>
            <a:off x="69049" y="650632"/>
            <a:ext cx="6106697" cy="4402014"/>
          </a:xfrm>
          <a:prstGeom prst="rect">
            <a:avLst/>
          </a:prstGeom>
        </p:spPr>
      </p:pic>
      <p:sp>
        <p:nvSpPr>
          <p:cNvPr id="5" name="TextBox 4">
            <a:extLst>
              <a:ext uri="{FF2B5EF4-FFF2-40B4-BE49-F238E27FC236}">
                <a16:creationId xmlns:a16="http://schemas.microsoft.com/office/drawing/2014/main" id="{F2210CC3-6847-2B99-8D4B-3ECC45E9D656}"/>
              </a:ext>
            </a:extLst>
          </p:cNvPr>
          <p:cNvSpPr txBox="1"/>
          <p:nvPr/>
        </p:nvSpPr>
        <p:spPr>
          <a:xfrm>
            <a:off x="6335297" y="1154722"/>
            <a:ext cx="2766647" cy="2246769"/>
          </a:xfrm>
          <a:prstGeom prst="rect">
            <a:avLst/>
          </a:prstGeom>
          <a:noFill/>
        </p:spPr>
        <p:txBody>
          <a:bodyPr wrap="square" rtlCol="0">
            <a:spAutoFit/>
          </a:bodyPr>
          <a:lstStyle/>
          <a:p>
            <a:r>
              <a:rPr lang="en-US" dirty="0">
                <a:latin typeface="STXinwei" panose="02010800040101010101" pitchFamily="2" charset="-122"/>
                <a:ea typeface="STXinwei" panose="02010800040101010101" pitchFamily="2" charset="-122"/>
              </a:rPr>
              <a:t>These places are among the most visited by tourists in Switzerland, offering a perfect blend of natural beauty, cultural richness, and modern amenities.</a:t>
            </a:r>
          </a:p>
          <a:p>
            <a:endParaRPr lang="en-US" dirty="0">
              <a:latin typeface="STXinwei" panose="02010800040101010101" pitchFamily="2" charset="-122"/>
              <a:ea typeface="STXinwei" panose="02010800040101010101" pitchFamily="2" charset="-122"/>
            </a:endParaRPr>
          </a:p>
          <a:p>
            <a:r>
              <a:rPr lang="en-US" dirty="0">
                <a:latin typeface="STXinwei" panose="02010800040101010101" pitchFamily="2" charset="-122"/>
                <a:ea typeface="STXinwei" panose="02010800040101010101" pitchFamily="2" charset="-122"/>
              </a:rPr>
              <a:t>They provide excellent content for presentations, showcasing the diverse and stunning attractions Switzerland has to offer</a:t>
            </a:r>
            <a:r>
              <a:rPr lang="en-US" dirty="0"/>
              <a:t>.</a:t>
            </a:r>
            <a:endParaRPr lang="en-IN" dirty="0"/>
          </a:p>
        </p:txBody>
      </p:sp>
      <p:sp>
        <p:nvSpPr>
          <p:cNvPr id="6" name="Star: 5 Points 5">
            <a:extLst>
              <a:ext uri="{FF2B5EF4-FFF2-40B4-BE49-F238E27FC236}">
                <a16:creationId xmlns:a16="http://schemas.microsoft.com/office/drawing/2014/main" id="{B57B7053-E512-B0B9-9557-783C3929250B}"/>
              </a:ext>
            </a:extLst>
          </p:cNvPr>
          <p:cNvSpPr/>
          <p:nvPr/>
        </p:nvSpPr>
        <p:spPr>
          <a:xfrm>
            <a:off x="6231555" y="1253411"/>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tar: 5 Points 6">
            <a:extLst>
              <a:ext uri="{FF2B5EF4-FFF2-40B4-BE49-F238E27FC236}">
                <a16:creationId xmlns:a16="http://schemas.microsoft.com/office/drawing/2014/main" id="{0738D261-7D9E-0AF6-5114-C285937A4939}"/>
              </a:ext>
            </a:extLst>
          </p:cNvPr>
          <p:cNvSpPr/>
          <p:nvPr/>
        </p:nvSpPr>
        <p:spPr>
          <a:xfrm>
            <a:off x="6223680" y="2506474"/>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89C7B2D7-6456-4B1F-83BB-59DCA196C82B}"/>
              </a:ext>
            </a:extLst>
          </p:cNvPr>
          <p:cNvSpPr txBox="1"/>
          <p:nvPr/>
        </p:nvSpPr>
        <p:spPr>
          <a:xfrm>
            <a:off x="3840602" y="90854"/>
            <a:ext cx="3936633" cy="954107"/>
          </a:xfrm>
          <a:prstGeom prst="rect">
            <a:avLst/>
          </a:prstGeom>
          <a:noFill/>
        </p:spPr>
        <p:txBody>
          <a:bodyPr wrap="square" rtlCol="0">
            <a:spAutoFit/>
          </a:bodyPr>
          <a:lstStyle/>
          <a:p>
            <a:pPr algn="r"/>
            <a:r>
              <a:rPr lang="en-US" sz="2800" dirty="0">
                <a:latin typeface="Algerian" panose="04020705040A02060702" pitchFamily="82" charset="0"/>
              </a:rPr>
              <a:t>Knowing about Best places</a:t>
            </a:r>
            <a:endParaRPr lang="en-IN" sz="2800" dirty="0">
              <a:latin typeface="Algerian" panose="04020705040A02060702" pitchFamily="82"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AF49AF-5FDC-2AD4-3A4C-6F6361B54D59}"/>
              </a:ext>
            </a:extLst>
          </p:cNvPr>
          <p:cNvSpPr txBox="1"/>
          <p:nvPr/>
        </p:nvSpPr>
        <p:spPr>
          <a:xfrm>
            <a:off x="234460" y="1358972"/>
            <a:ext cx="3493478" cy="2308324"/>
          </a:xfrm>
          <a:prstGeom prst="rect">
            <a:avLst/>
          </a:prstGeom>
          <a:noFill/>
        </p:spPr>
        <p:txBody>
          <a:bodyPr wrap="square" rtlCol="0">
            <a:spAutoFit/>
          </a:bodyPr>
          <a:lstStyle/>
          <a:p>
            <a:r>
              <a:rPr lang="en-US" sz="1600" dirty="0">
                <a:latin typeface="STXinwei" panose="02010800040101010101" pitchFamily="2" charset="-122"/>
                <a:ea typeface="STXinwei" panose="02010800040101010101" pitchFamily="2" charset="-122"/>
              </a:rPr>
              <a:t>People those who are planning tours in different parts of the world, checking for good accommodations like hotels, restaurants, and locations for camps is essential. </a:t>
            </a:r>
          </a:p>
          <a:p>
            <a:endParaRPr lang="en-US" sz="1600" dirty="0">
              <a:latin typeface="STXinwei" panose="02010800040101010101" pitchFamily="2" charset="-122"/>
              <a:ea typeface="STXinwei" panose="02010800040101010101" pitchFamily="2" charset="-122"/>
            </a:endParaRPr>
          </a:p>
          <a:p>
            <a:r>
              <a:rPr lang="en-US" sz="1600" dirty="0">
                <a:latin typeface="STXinwei" panose="02010800040101010101" pitchFamily="2" charset="-122"/>
                <a:ea typeface="STXinwei" panose="02010800040101010101" pitchFamily="2" charset="-122"/>
              </a:rPr>
              <a:t>Therefore, we have included the highly rated accommodations in Switzerland.</a:t>
            </a:r>
            <a:endParaRPr lang="en-IN" sz="1600" dirty="0">
              <a:latin typeface="STXinwei" panose="02010800040101010101" pitchFamily="2" charset="-122"/>
              <a:ea typeface="STXinwei" panose="02010800040101010101" pitchFamily="2" charset="-122"/>
            </a:endParaRPr>
          </a:p>
        </p:txBody>
      </p:sp>
      <p:sp>
        <p:nvSpPr>
          <p:cNvPr id="4" name="TextBox 3">
            <a:extLst>
              <a:ext uri="{FF2B5EF4-FFF2-40B4-BE49-F238E27FC236}">
                <a16:creationId xmlns:a16="http://schemas.microsoft.com/office/drawing/2014/main" id="{C3DD6CD8-6EAA-7FB2-05EC-3B9BDF67D09D}"/>
              </a:ext>
            </a:extLst>
          </p:cNvPr>
          <p:cNvSpPr txBox="1"/>
          <p:nvPr/>
        </p:nvSpPr>
        <p:spPr>
          <a:xfrm>
            <a:off x="345829" y="287215"/>
            <a:ext cx="3681047" cy="584775"/>
          </a:xfrm>
          <a:prstGeom prst="rect">
            <a:avLst/>
          </a:prstGeom>
          <a:noFill/>
        </p:spPr>
        <p:txBody>
          <a:bodyPr wrap="square" rtlCol="0">
            <a:spAutoFit/>
          </a:bodyPr>
          <a:lstStyle/>
          <a:p>
            <a:r>
              <a:rPr lang="en-US" sz="3200" dirty="0">
                <a:latin typeface="Algerian" panose="04020705040A02060702" pitchFamily="82" charset="0"/>
              </a:rPr>
              <a:t>Accomodations</a:t>
            </a:r>
            <a:endParaRPr lang="en-IN" sz="3200" dirty="0">
              <a:latin typeface="Algerian" panose="04020705040A02060702" pitchFamily="82" charset="0"/>
            </a:endParaRPr>
          </a:p>
        </p:txBody>
      </p:sp>
      <p:pic>
        <p:nvPicPr>
          <p:cNvPr id="6" name="Picture 5">
            <a:extLst>
              <a:ext uri="{FF2B5EF4-FFF2-40B4-BE49-F238E27FC236}">
                <a16:creationId xmlns:a16="http://schemas.microsoft.com/office/drawing/2014/main" id="{C5298082-81E6-C09D-C8EA-9ACEBA761B4A}"/>
              </a:ext>
            </a:extLst>
          </p:cNvPr>
          <p:cNvPicPr>
            <a:picLocks noChangeAspect="1"/>
          </p:cNvPicPr>
          <p:nvPr/>
        </p:nvPicPr>
        <p:blipFill>
          <a:blip r:embed="rId2"/>
          <a:stretch>
            <a:fillRect/>
          </a:stretch>
        </p:blipFill>
        <p:spPr>
          <a:xfrm>
            <a:off x="3727938" y="816297"/>
            <a:ext cx="3813127" cy="3259192"/>
          </a:xfrm>
          <a:prstGeom prst="rect">
            <a:avLst/>
          </a:prstGeom>
        </p:spPr>
      </p:pic>
      <p:sp>
        <p:nvSpPr>
          <p:cNvPr id="8" name="Star: 5 Points 7">
            <a:extLst>
              <a:ext uri="{FF2B5EF4-FFF2-40B4-BE49-F238E27FC236}">
                <a16:creationId xmlns:a16="http://schemas.microsoft.com/office/drawing/2014/main" id="{72D2E29F-2C0C-74D8-D614-C6A5999086EB}"/>
              </a:ext>
            </a:extLst>
          </p:cNvPr>
          <p:cNvSpPr/>
          <p:nvPr/>
        </p:nvSpPr>
        <p:spPr>
          <a:xfrm>
            <a:off x="93535" y="2906042"/>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Star: 5 Points 9">
            <a:extLst>
              <a:ext uri="{FF2B5EF4-FFF2-40B4-BE49-F238E27FC236}">
                <a16:creationId xmlns:a16="http://schemas.microsoft.com/office/drawing/2014/main" id="{CEE68DA1-847E-D627-0D5A-DDE98CE81359}"/>
              </a:ext>
            </a:extLst>
          </p:cNvPr>
          <p:cNvSpPr/>
          <p:nvPr/>
        </p:nvSpPr>
        <p:spPr>
          <a:xfrm>
            <a:off x="93535" y="1452381"/>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89288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pic>
        <p:nvPicPr>
          <p:cNvPr id="4" name="Picture 3">
            <a:extLst>
              <a:ext uri="{FF2B5EF4-FFF2-40B4-BE49-F238E27FC236}">
                <a16:creationId xmlns:a16="http://schemas.microsoft.com/office/drawing/2014/main" id="{8CCB4BD3-6378-2A64-2E99-C2379F3F9E67}"/>
              </a:ext>
            </a:extLst>
          </p:cNvPr>
          <p:cNvPicPr>
            <a:picLocks noChangeAspect="1"/>
          </p:cNvPicPr>
          <p:nvPr/>
        </p:nvPicPr>
        <p:blipFill>
          <a:blip r:embed="rId3"/>
          <a:stretch>
            <a:fillRect/>
          </a:stretch>
        </p:blipFill>
        <p:spPr>
          <a:xfrm>
            <a:off x="70340" y="693969"/>
            <a:ext cx="5967046" cy="4013470"/>
          </a:xfrm>
          <a:prstGeom prst="rect">
            <a:avLst/>
          </a:prstGeom>
        </p:spPr>
      </p:pic>
      <p:sp>
        <p:nvSpPr>
          <p:cNvPr id="5" name="TextBox 4">
            <a:extLst>
              <a:ext uri="{FF2B5EF4-FFF2-40B4-BE49-F238E27FC236}">
                <a16:creationId xmlns:a16="http://schemas.microsoft.com/office/drawing/2014/main" id="{A4539FA0-ADE8-FCB9-0745-F37102B2ABEA}"/>
              </a:ext>
            </a:extLst>
          </p:cNvPr>
          <p:cNvSpPr txBox="1"/>
          <p:nvPr/>
        </p:nvSpPr>
        <p:spPr>
          <a:xfrm>
            <a:off x="205154" y="64477"/>
            <a:ext cx="3446584" cy="523220"/>
          </a:xfrm>
          <a:prstGeom prst="rect">
            <a:avLst/>
          </a:prstGeom>
          <a:noFill/>
        </p:spPr>
        <p:txBody>
          <a:bodyPr wrap="square" rtlCol="0">
            <a:spAutoFit/>
          </a:bodyPr>
          <a:lstStyle/>
          <a:p>
            <a:r>
              <a:rPr lang="en-US" sz="2800" dirty="0">
                <a:latin typeface="Algerian" panose="04020705040A02060702" pitchFamily="82" charset="0"/>
              </a:rPr>
              <a:t>Travel Experts</a:t>
            </a:r>
            <a:endParaRPr lang="en-IN" sz="2800" dirty="0">
              <a:latin typeface="Algerian" panose="04020705040A02060702" pitchFamily="82" charset="0"/>
            </a:endParaRPr>
          </a:p>
        </p:txBody>
      </p:sp>
      <p:sp>
        <p:nvSpPr>
          <p:cNvPr id="6" name="TextBox 5">
            <a:extLst>
              <a:ext uri="{FF2B5EF4-FFF2-40B4-BE49-F238E27FC236}">
                <a16:creationId xmlns:a16="http://schemas.microsoft.com/office/drawing/2014/main" id="{8D483E41-22BF-64A6-6954-81E827924248}"/>
              </a:ext>
            </a:extLst>
          </p:cNvPr>
          <p:cNvSpPr txBox="1"/>
          <p:nvPr/>
        </p:nvSpPr>
        <p:spPr>
          <a:xfrm>
            <a:off x="6403604" y="2004648"/>
            <a:ext cx="2760784" cy="2462213"/>
          </a:xfrm>
          <a:prstGeom prst="rect">
            <a:avLst/>
          </a:prstGeom>
          <a:noFill/>
        </p:spPr>
        <p:txBody>
          <a:bodyPr wrap="square" rtlCol="0">
            <a:spAutoFit/>
          </a:bodyPr>
          <a:lstStyle/>
          <a:p>
            <a:r>
              <a:rPr lang="en-US" dirty="0">
                <a:latin typeface="STXinwei" panose="02010800040101010101" pitchFamily="2" charset="-122"/>
                <a:ea typeface="STXinwei" panose="02010800040101010101" pitchFamily="2" charset="-122"/>
              </a:rPr>
              <a:t>When exploring unfamiliar destinations, relying on expert guidance for planning and navigating day-to-day activities becomes essential. </a:t>
            </a:r>
          </a:p>
          <a:p>
            <a:endParaRPr lang="en-US" dirty="0">
              <a:latin typeface="STXinwei" panose="02010800040101010101" pitchFamily="2" charset="-122"/>
              <a:ea typeface="STXinwei" panose="02010800040101010101" pitchFamily="2" charset="-122"/>
            </a:endParaRPr>
          </a:p>
          <a:p>
            <a:r>
              <a:rPr lang="en-US" dirty="0">
                <a:latin typeface="STXinwei" panose="02010800040101010101" pitchFamily="2" charset="-122"/>
                <a:ea typeface="STXinwei" panose="02010800040101010101" pitchFamily="2" charset="-122"/>
              </a:rPr>
              <a:t>This page serves as a gateway to connect with trusted travel experts through various social media platforms for seamless assistance.</a:t>
            </a:r>
            <a:endParaRPr lang="en-IN" dirty="0">
              <a:latin typeface="STXinwei" panose="02010800040101010101" pitchFamily="2" charset="-122"/>
              <a:ea typeface="STXinwei" panose="02010800040101010101" pitchFamily="2" charset="-122"/>
            </a:endParaRPr>
          </a:p>
        </p:txBody>
      </p:sp>
      <p:sp>
        <p:nvSpPr>
          <p:cNvPr id="7" name="Star: 5 Points 6">
            <a:extLst>
              <a:ext uri="{FF2B5EF4-FFF2-40B4-BE49-F238E27FC236}">
                <a16:creationId xmlns:a16="http://schemas.microsoft.com/office/drawing/2014/main" id="{C462FE64-790E-34C8-9874-136AA7EB1F08}"/>
              </a:ext>
            </a:extLst>
          </p:cNvPr>
          <p:cNvSpPr/>
          <p:nvPr/>
        </p:nvSpPr>
        <p:spPr>
          <a:xfrm>
            <a:off x="6282818" y="2097150"/>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Star: 5 Points 7">
            <a:extLst>
              <a:ext uri="{FF2B5EF4-FFF2-40B4-BE49-F238E27FC236}">
                <a16:creationId xmlns:a16="http://schemas.microsoft.com/office/drawing/2014/main" id="{E450283D-4247-2BA5-18D1-8F6F5C1BB4A0}"/>
              </a:ext>
            </a:extLst>
          </p:cNvPr>
          <p:cNvSpPr/>
          <p:nvPr/>
        </p:nvSpPr>
        <p:spPr>
          <a:xfrm>
            <a:off x="6291986" y="3345658"/>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6" name="TextBox 5">
            <a:extLst>
              <a:ext uri="{FF2B5EF4-FFF2-40B4-BE49-F238E27FC236}">
                <a16:creationId xmlns:a16="http://schemas.microsoft.com/office/drawing/2014/main" id="{CA6E94D4-60C2-DE59-B537-C0E31B28B9A6}"/>
              </a:ext>
            </a:extLst>
          </p:cNvPr>
          <p:cNvSpPr txBox="1"/>
          <p:nvPr/>
        </p:nvSpPr>
        <p:spPr>
          <a:xfrm>
            <a:off x="0" y="46121"/>
            <a:ext cx="3796460" cy="523220"/>
          </a:xfrm>
          <a:prstGeom prst="rect">
            <a:avLst/>
          </a:prstGeom>
          <a:noFill/>
        </p:spPr>
        <p:txBody>
          <a:bodyPr wrap="square" rtlCol="0">
            <a:spAutoFit/>
          </a:bodyPr>
          <a:lstStyle/>
          <a:p>
            <a:r>
              <a:rPr lang="en-US" sz="2800" dirty="0">
                <a:latin typeface="Algerian" panose="04020705040A02060702" pitchFamily="82" charset="0"/>
              </a:rPr>
              <a:t>Personal Contact</a:t>
            </a:r>
            <a:endParaRPr lang="en-IN" sz="2800" dirty="0">
              <a:latin typeface="Algerian" panose="04020705040A02060702" pitchFamily="82" charset="0"/>
            </a:endParaRPr>
          </a:p>
        </p:txBody>
      </p:sp>
      <p:pic>
        <p:nvPicPr>
          <p:cNvPr id="3" name="Picture 2">
            <a:extLst>
              <a:ext uri="{FF2B5EF4-FFF2-40B4-BE49-F238E27FC236}">
                <a16:creationId xmlns:a16="http://schemas.microsoft.com/office/drawing/2014/main" id="{A3A774B0-F1D6-5606-5EFE-640760D6B3DB}"/>
              </a:ext>
            </a:extLst>
          </p:cNvPr>
          <p:cNvPicPr>
            <a:picLocks noChangeAspect="1"/>
          </p:cNvPicPr>
          <p:nvPr/>
        </p:nvPicPr>
        <p:blipFill>
          <a:blip r:embed="rId3"/>
          <a:stretch>
            <a:fillRect/>
          </a:stretch>
        </p:blipFill>
        <p:spPr>
          <a:xfrm>
            <a:off x="3429000" y="613738"/>
            <a:ext cx="5645293" cy="4222031"/>
          </a:xfrm>
          <a:prstGeom prst="rect">
            <a:avLst/>
          </a:prstGeom>
        </p:spPr>
      </p:pic>
      <p:sp>
        <p:nvSpPr>
          <p:cNvPr id="4" name="TextBox 3">
            <a:extLst>
              <a:ext uri="{FF2B5EF4-FFF2-40B4-BE49-F238E27FC236}">
                <a16:creationId xmlns:a16="http://schemas.microsoft.com/office/drawing/2014/main" id="{75ADA2C8-4AFC-A7BB-23D1-0F3A1988702E}"/>
              </a:ext>
            </a:extLst>
          </p:cNvPr>
          <p:cNvSpPr txBox="1"/>
          <p:nvPr/>
        </p:nvSpPr>
        <p:spPr>
          <a:xfrm>
            <a:off x="169353" y="1225061"/>
            <a:ext cx="3206893" cy="3108543"/>
          </a:xfrm>
          <a:prstGeom prst="rect">
            <a:avLst/>
          </a:prstGeom>
          <a:noFill/>
        </p:spPr>
        <p:txBody>
          <a:bodyPr wrap="square" rtlCol="0">
            <a:spAutoFit/>
          </a:bodyPr>
          <a:lstStyle/>
          <a:p>
            <a:r>
              <a:rPr lang="en-US" dirty="0">
                <a:latin typeface="STXinwei" panose="02010800040101010101" pitchFamily="2" charset="-122"/>
                <a:ea typeface="STXinwei" panose="02010800040101010101" pitchFamily="2" charset="-122"/>
              </a:rPr>
              <a:t>For personalized information about tours, places, accommodations, travel guides, and safety, feel free to contact our guide directly. We can reach out via message or email, and our dedicated team will be happy to assist you with all your travel needs and inquiries. </a:t>
            </a:r>
          </a:p>
          <a:p>
            <a:endParaRPr lang="en-US" dirty="0">
              <a:latin typeface="STXinwei" panose="02010800040101010101" pitchFamily="2" charset="-122"/>
              <a:ea typeface="STXinwei" panose="02010800040101010101" pitchFamily="2" charset="-122"/>
            </a:endParaRPr>
          </a:p>
          <a:p>
            <a:r>
              <a:rPr lang="en-US" dirty="0">
                <a:latin typeface="STXinwei" panose="02010800040101010101" pitchFamily="2" charset="-122"/>
                <a:ea typeface="STXinwei" panose="02010800040101010101" pitchFamily="2" charset="-122"/>
              </a:rPr>
              <a:t>Whether we are looking for detailed itineraries, insider tips, or assistance with bookings, </a:t>
            </a:r>
            <a:r>
              <a:rPr lang="en-US" dirty="0"/>
              <a:t>They are here to help make your trip to Switzerland unforgettable.</a:t>
            </a:r>
            <a:endParaRPr lang="en-US" dirty="0">
              <a:latin typeface="STXinwei" panose="02010800040101010101" pitchFamily="2" charset="-122"/>
              <a:ea typeface="STXinwei" panose="02010800040101010101" pitchFamily="2" charset="-122"/>
            </a:endParaRPr>
          </a:p>
        </p:txBody>
      </p:sp>
      <p:sp>
        <p:nvSpPr>
          <p:cNvPr id="5" name="Star: 5 Points 4">
            <a:extLst>
              <a:ext uri="{FF2B5EF4-FFF2-40B4-BE49-F238E27FC236}">
                <a16:creationId xmlns:a16="http://schemas.microsoft.com/office/drawing/2014/main" id="{FA7A7A99-1E19-84D9-944C-E28E43387A7C}"/>
              </a:ext>
            </a:extLst>
          </p:cNvPr>
          <p:cNvSpPr/>
          <p:nvPr/>
        </p:nvSpPr>
        <p:spPr>
          <a:xfrm>
            <a:off x="57735" y="1301584"/>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Star: 5 Points 11">
            <a:extLst>
              <a:ext uri="{FF2B5EF4-FFF2-40B4-BE49-F238E27FC236}">
                <a16:creationId xmlns:a16="http://schemas.microsoft.com/office/drawing/2014/main" id="{5319D94A-4DBA-E58E-C360-8F01C9CC6560}"/>
              </a:ext>
            </a:extLst>
          </p:cNvPr>
          <p:cNvSpPr/>
          <p:nvPr/>
        </p:nvSpPr>
        <p:spPr>
          <a:xfrm>
            <a:off x="57735" y="3228084"/>
            <a:ext cx="111617" cy="112649"/>
          </a:xfrm>
          <a:prstGeom prst="star5">
            <a:avLst/>
          </a:prstGeom>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6" name="TextBox 5">
            <a:extLst>
              <a:ext uri="{FF2B5EF4-FFF2-40B4-BE49-F238E27FC236}">
                <a16:creationId xmlns:a16="http://schemas.microsoft.com/office/drawing/2014/main" id="{CA6E94D4-60C2-DE59-B537-C0E31B28B9A6}"/>
              </a:ext>
            </a:extLst>
          </p:cNvPr>
          <p:cNvSpPr txBox="1"/>
          <p:nvPr/>
        </p:nvSpPr>
        <p:spPr>
          <a:xfrm>
            <a:off x="135249" y="512549"/>
            <a:ext cx="2788276" cy="523220"/>
          </a:xfrm>
          <a:prstGeom prst="rect">
            <a:avLst/>
          </a:prstGeom>
          <a:noFill/>
        </p:spPr>
        <p:txBody>
          <a:bodyPr wrap="square" rtlCol="0">
            <a:spAutoFit/>
          </a:bodyPr>
          <a:lstStyle/>
          <a:p>
            <a:r>
              <a:rPr lang="en-US" sz="2800" dirty="0">
                <a:latin typeface="Algerian" panose="04020705040A02060702" pitchFamily="82" charset="0"/>
              </a:rPr>
              <a:t>CONCLUSION :</a:t>
            </a:r>
            <a:endParaRPr lang="en-IN" sz="2800" dirty="0">
              <a:latin typeface="Algerian" panose="04020705040A02060702" pitchFamily="82" charset="0"/>
            </a:endParaRPr>
          </a:p>
        </p:txBody>
      </p:sp>
      <p:sp>
        <p:nvSpPr>
          <p:cNvPr id="2" name="TextBox 1">
            <a:extLst>
              <a:ext uri="{FF2B5EF4-FFF2-40B4-BE49-F238E27FC236}">
                <a16:creationId xmlns:a16="http://schemas.microsoft.com/office/drawing/2014/main" id="{CBFF2C14-EDC8-9417-5695-C02DCB79F965}"/>
              </a:ext>
            </a:extLst>
          </p:cNvPr>
          <p:cNvSpPr txBox="1"/>
          <p:nvPr/>
        </p:nvSpPr>
        <p:spPr>
          <a:xfrm>
            <a:off x="135249" y="1400908"/>
            <a:ext cx="5430547" cy="2246769"/>
          </a:xfrm>
          <a:prstGeom prst="rect">
            <a:avLst/>
          </a:prstGeom>
          <a:noFill/>
        </p:spPr>
        <p:txBody>
          <a:bodyPr wrap="square" rtlCol="0">
            <a:spAutoFit/>
          </a:bodyPr>
          <a:lstStyle/>
          <a:p>
            <a:r>
              <a:rPr lang="en-US" dirty="0">
                <a:latin typeface="STXinwei" panose="02010800040101010101" pitchFamily="2" charset="-122"/>
                <a:ea typeface="STXinwei" panose="02010800040101010101" pitchFamily="2" charset="-122"/>
              </a:rPr>
              <a:t>In conclusion, our website offers a seamless user experience with intuitive navigation and dynamic features. </a:t>
            </a:r>
          </a:p>
          <a:p>
            <a:endParaRPr lang="en-US" dirty="0">
              <a:latin typeface="STXinwei" panose="02010800040101010101" pitchFamily="2" charset="-122"/>
              <a:ea typeface="STXinwei" panose="02010800040101010101" pitchFamily="2" charset="-122"/>
            </a:endParaRPr>
          </a:p>
          <a:p>
            <a:r>
              <a:rPr lang="en-US" dirty="0">
                <a:latin typeface="STXinwei" panose="02010800040101010101" pitchFamily="2" charset="-122"/>
                <a:ea typeface="STXinwei" panose="02010800040101010101" pitchFamily="2" charset="-122"/>
              </a:rPr>
              <a:t>From the top navigation bar to the interactive "Read More" and "Book Now" buttons, every element is designed to provide easy access to information and services. </a:t>
            </a:r>
          </a:p>
          <a:p>
            <a:endParaRPr lang="en-US" dirty="0">
              <a:latin typeface="STXinwei" panose="02010800040101010101" pitchFamily="2" charset="-122"/>
              <a:ea typeface="STXinwei" panose="02010800040101010101" pitchFamily="2" charset="-122"/>
            </a:endParaRPr>
          </a:p>
          <a:p>
            <a:r>
              <a:rPr lang="en-US" dirty="0">
                <a:latin typeface="STXinwei" panose="02010800040101010101" pitchFamily="2" charset="-122"/>
                <a:ea typeface="STXinwei" panose="02010800040101010101" pitchFamily="2" charset="-122"/>
              </a:rPr>
              <a:t>Visitors can effortlessly explore accommodations and learn more about Switzerland, ensuring a comprehensive and engaging online experience</a:t>
            </a:r>
            <a:endParaRPr lang="en-IN" dirty="0">
              <a:latin typeface="STXinwei" panose="02010800040101010101" pitchFamily="2" charset="-122"/>
              <a:ea typeface="STXinwei" panose="02010800040101010101" pitchFamily="2" charset="-122"/>
            </a:endParaRPr>
          </a:p>
        </p:txBody>
      </p:sp>
    </p:spTree>
  </p:cSld>
  <p:clrMapOvr>
    <a:masterClrMapping/>
  </p:clrMapOvr>
</p:sld>
</file>

<file path=ppt/theme/theme1.xml><?xml version="1.0" encoding="utf-8"?>
<a:theme xmlns:a="http://schemas.openxmlformats.org/drawingml/2006/main" name="Tech Startup XL by Slidesgo">
  <a:themeElements>
    <a:clrScheme name="Simple Light">
      <a:dk1>
        <a:srgbClr val="000000"/>
      </a:dk1>
      <a:lt1>
        <a:srgbClr val="FFFFFF"/>
      </a:lt1>
      <a:dk2>
        <a:srgbClr val="595959"/>
      </a:dk2>
      <a:lt2>
        <a:srgbClr val="EEEEEE"/>
      </a:lt2>
      <a:accent1>
        <a:srgbClr val="88D3CE"/>
      </a:accent1>
      <a:accent2>
        <a:srgbClr val="423864"/>
      </a:accent2>
      <a:accent3>
        <a:srgbClr val="78909C"/>
      </a:accent3>
      <a:accent4>
        <a:srgbClr val="88D3CE"/>
      </a:accent4>
      <a:accent5>
        <a:srgbClr val="0097A7"/>
      </a:accent5>
      <a:accent6>
        <a:srgbClr val="423864"/>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2243</TotalTime>
  <Words>615</Words>
  <Application>Microsoft Office PowerPoint</Application>
  <PresentationFormat>On-screen Show (16:9)</PresentationFormat>
  <Paragraphs>53</Paragraphs>
  <Slides>10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Squada One</vt:lpstr>
      <vt:lpstr>Fira Sans Extra Condensed Medium</vt:lpstr>
      <vt:lpstr>Algerian</vt:lpstr>
      <vt:lpstr>Times New Roman</vt:lpstr>
      <vt:lpstr>Roboto Condensed Light</vt:lpstr>
      <vt:lpstr>Arial</vt:lpstr>
      <vt:lpstr>STXinwei</vt:lpstr>
      <vt:lpstr>Tech Startup XL by Slidesgo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quote, words full of wisdom that someone important said and can make the reader get inspired.”</dc:title>
  <cp:lastModifiedBy>DERANGULA VENKATA KIRAN KUMAR-[CB.SC.U4AIE23122]</cp:lastModifiedBy>
  <cp:revision>5</cp:revision>
  <dcterms:modified xsi:type="dcterms:W3CDTF">2025-06-20T17:56:36Z</dcterms:modified>
</cp:coreProperties>
</file>